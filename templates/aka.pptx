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3" r:id="rId4"/>
  </p:sldMasterIdLst>
  <p:sldSz cx="11520488" cy="6480175"/>
  <p:notesSz cx="6858000" cy="9144000"/>
  <p:embeddedFontLst>
    <p:embeddedFont>
      <p:font typeface="Apercu" panose="02000506040000020004" pitchFamily="2" charset="77"/>
      <p:regular r:id="rId5"/>
      <p:bold r:id="rId6"/>
      <p:italic r:id="rId7"/>
      <p:boldItalic r:id="rId8"/>
    </p:embeddedFont>
    <p:embeddedFont>
      <p:font typeface="Apercu Light" panose="02000506030000020004" pitchFamily="2" charset="77"/>
      <p:regular r:id="rId9"/>
      <p:italic r:id="rId10"/>
    </p:embeddedFont>
    <p:embeddedFont>
      <p:font typeface="Apercu Pro" panose="02000506040000020004" pitchFamily="2" charset="77"/>
      <p:regular r:id="rId11"/>
      <p:bold r:id="rId12"/>
      <p:italic r:id="rId13"/>
      <p:boldItalic r:id="rId14"/>
    </p:embeddedFont>
    <p:embeddedFont>
      <p:font typeface="Apercu Pro Black" panose="020B0A03050601040103" pitchFamily="34" charset="0"/>
      <p:bold r:id="rId15"/>
      <p:italic r:id="rId16"/>
      <p:boldItalic r:id="rId17"/>
    </p:embeddedFont>
    <p:embeddedFont>
      <p:font typeface="Apercu Pro Light" panose="020B0303050601040103" pitchFamily="34" charset="0"/>
      <p:regular r:id="rId18"/>
      <p: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ADADA"/>
    <a:srgbClr val="FFF769"/>
    <a:srgbClr val="E840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13"/>
    <p:restoredTop sz="96301"/>
  </p:normalViewPr>
  <p:slideViewPr>
    <p:cSldViewPr snapToGrid="0">
      <p:cViewPr varScale="1">
        <p:scale>
          <a:sx n="130" d="100"/>
          <a:sy n="130" d="100"/>
        </p:scale>
        <p:origin x="9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" Type="http://schemas.openxmlformats.org/officeDocument/2006/relationships/customXml" Target="../customXml/item2.xml"/><Relationship Id="rId16" Type="http://schemas.openxmlformats.org/officeDocument/2006/relationships/font" Target="fonts/font12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openxmlformats.org/officeDocument/2006/relationships/tableStyles" Target="tableStyles.xml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kyfish.com/sh/k2jc7bmf/1afa0396/1972447/sorting/created/order/desc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Kombinationstegning 27">
            <a:extLst>
              <a:ext uri="{FF2B5EF4-FFF2-40B4-BE49-F238E27FC236}">
                <a16:creationId xmlns:a16="http://schemas.microsoft.com/office/drawing/2014/main" id="{699C2BA5-6ABC-C58A-5AA0-75D413A7B4CF}"/>
              </a:ext>
            </a:extLst>
          </p:cNvPr>
          <p:cNvSpPr/>
          <p:nvPr userDrawn="1"/>
        </p:nvSpPr>
        <p:spPr>
          <a:xfrm>
            <a:off x="9809106" y="94317"/>
            <a:ext cx="1711383" cy="2540270"/>
          </a:xfrm>
          <a:custGeom>
            <a:avLst/>
            <a:gdLst>
              <a:gd name="connsiteX0" fmla="*/ 1080231 w 1711383"/>
              <a:gd name="connsiteY0" fmla="*/ 0 h 2540270"/>
              <a:gd name="connsiteX1" fmla="*/ 1430095 w 1711383"/>
              <a:gd name="connsiteY1" fmla="*/ 204802 h 2540270"/>
              <a:gd name="connsiteX2" fmla="*/ 1711383 w 1711383"/>
              <a:gd name="connsiteY2" fmla="*/ 349056 h 2540270"/>
              <a:gd name="connsiteX3" fmla="*/ 1711383 w 1711383"/>
              <a:gd name="connsiteY3" fmla="*/ 2540270 h 2540270"/>
              <a:gd name="connsiteX4" fmla="*/ 1401635 w 1711383"/>
              <a:gd name="connsiteY4" fmla="*/ 2423977 h 2540270"/>
              <a:gd name="connsiteX5" fmla="*/ 0 w 1711383"/>
              <a:gd name="connsiteY5" fmla="*/ 1717073 h 2540270"/>
              <a:gd name="connsiteX6" fmla="*/ 1080231 w 1711383"/>
              <a:gd name="connsiteY6" fmla="*/ 0 h 254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1383" h="2540270">
                <a:moveTo>
                  <a:pt x="1080231" y="0"/>
                </a:moveTo>
                <a:cubicBezTo>
                  <a:pt x="1195215" y="71692"/>
                  <a:pt x="1311886" y="139968"/>
                  <a:pt x="1430095" y="204802"/>
                </a:cubicBezTo>
                <a:lnTo>
                  <a:pt x="1711383" y="349056"/>
                </a:lnTo>
                <a:lnTo>
                  <a:pt x="1711383" y="2540270"/>
                </a:lnTo>
                <a:lnTo>
                  <a:pt x="1401635" y="2423977"/>
                </a:lnTo>
                <a:cubicBezTo>
                  <a:pt x="921609" y="2228817"/>
                  <a:pt x="452954" y="1992993"/>
                  <a:pt x="0" y="1717073"/>
                </a:cubicBezTo>
                <a:cubicBezTo>
                  <a:pt x="1080231" y="0"/>
                  <a:pt x="1080231" y="0"/>
                  <a:pt x="1080231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29" name="Kombinationstegning 28">
            <a:extLst>
              <a:ext uri="{FF2B5EF4-FFF2-40B4-BE49-F238E27FC236}">
                <a16:creationId xmlns:a16="http://schemas.microsoft.com/office/drawing/2014/main" id="{26FB05A9-9B9B-6F0C-2C97-217DED4939D0}"/>
              </a:ext>
            </a:extLst>
          </p:cNvPr>
          <p:cNvSpPr/>
          <p:nvPr userDrawn="1"/>
        </p:nvSpPr>
        <p:spPr>
          <a:xfrm>
            <a:off x="1" y="4684771"/>
            <a:ext cx="2829653" cy="1795404"/>
          </a:xfrm>
          <a:custGeom>
            <a:avLst/>
            <a:gdLst>
              <a:gd name="connsiteX0" fmla="*/ 1122238 w 2829653"/>
              <a:gd name="connsiteY0" fmla="*/ 0 h 1795404"/>
              <a:gd name="connsiteX1" fmla="*/ 2766531 w 2829653"/>
              <a:gd name="connsiteY1" fmla="*/ 1750040 h 1795404"/>
              <a:gd name="connsiteX2" fmla="*/ 2829653 w 2829653"/>
              <a:gd name="connsiteY2" fmla="*/ 1795404 h 1795404"/>
              <a:gd name="connsiteX3" fmla="*/ 0 w 2829653"/>
              <a:gd name="connsiteY3" fmla="*/ 1795404 h 1795404"/>
              <a:gd name="connsiteX4" fmla="*/ 0 w 2829653"/>
              <a:gd name="connsiteY4" fmla="*/ 741826 h 1795404"/>
              <a:gd name="connsiteX5" fmla="*/ 105714 w 2829653"/>
              <a:gd name="connsiteY5" fmla="*/ 671946 h 1795404"/>
              <a:gd name="connsiteX6" fmla="*/ 1122238 w 2829653"/>
              <a:gd name="connsiteY6" fmla="*/ 0 h 1795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9653" h="1795404">
                <a:moveTo>
                  <a:pt x="1122238" y="0"/>
                </a:moveTo>
                <a:cubicBezTo>
                  <a:pt x="1573300" y="676417"/>
                  <a:pt x="2130401" y="1265869"/>
                  <a:pt x="2766531" y="1750040"/>
                </a:cubicBezTo>
                <a:lnTo>
                  <a:pt x="2829653" y="1795404"/>
                </a:lnTo>
                <a:lnTo>
                  <a:pt x="0" y="1795404"/>
                </a:lnTo>
                <a:lnTo>
                  <a:pt x="0" y="741826"/>
                </a:lnTo>
                <a:lnTo>
                  <a:pt x="105714" y="671946"/>
                </a:lnTo>
                <a:cubicBezTo>
                  <a:pt x="1122238" y="0"/>
                  <a:pt x="1122238" y="0"/>
                  <a:pt x="112223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30" name="Gruppe 29">
            <a:extLst>
              <a:ext uri="{FF2B5EF4-FFF2-40B4-BE49-F238E27FC236}">
                <a16:creationId xmlns:a16="http://schemas.microsoft.com/office/drawing/2014/main" id="{BCC78451-0CA3-C651-7033-D1DF8A3496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373995" y="4684771"/>
            <a:ext cx="772499" cy="720000"/>
            <a:chOff x="1255713" y="868363"/>
            <a:chExt cx="5884862" cy="5471880"/>
          </a:xfrm>
          <a:solidFill>
            <a:schemeClr val="tx1"/>
          </a:solidFill>
        </p:grpSpPr>
        <p:sp>
          <p:nvSpPr>
            <p:cNvPr id="31" name="Freeform 1">
              <a:extLst>
                <a:ext uri="{FF2B5EF4-FFF2-40B4-BE49-F238E27FC236}">
                  <a16:creationId xmlns:a16="http://schemas.microsoft.com/office/drawing/2014/main" id="{027EF993-46EF-FDC9-63B2-2B7BAAD27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713" y="482758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44 h 1813"/>
                <a:gd name="T8" fmla="*/ 1094 w 1501"/>
                <a:gd name="T9" fmla="*/ 1344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125 h 1813"/>
                <a:gd name="T20" fmla="*/ 750 w 1501"/>
                <a:gd name="T21" fmla="*/ 281 h 1813"/>
                <a:gd name="T22" fmla="*/ 1031 w 1501"/>
                <a:gd name="T23" fmla="*/ 1125 h 1813"/>
                <a:gd name="T24" fmla="*/ 469 w 1501"/>
                <a:gd name="T25" fmla="*/ 1125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44"/>
                  </a:lnTo>
                  <a:lnTo>
                    <a:pt x="1094" y="1344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125"/>
                  </a:moveTo>
                  <a:lnTo>
                    <a:pt x="750" y="281"/>
                  </a:lnTo>
                  <a:lnTo>
                    <a:pt x="1031" y="1125"/>
                  </a:lnTo>
                  <a:lnTo>
                    <a:pt x="469" y="112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2" name="Freeform 2">
              <a:extLst>
                <a:ext uri="{FF2B5EF4-FFF2-40B4-BE49-F238E27FC236}">
                  <a16:creationId xmlns:a16="http://schemas.microsoft.com/office/drawing/2014/main" id="{78AF113D-7869-6B77-3121-A41AD331C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500" y="4816475"/>
              <a:ext cx="382588" cy="663575"/>
            </a:xfrm>
            <a:custGeom>
              <a:avLst/>
              <a:gdLst>
                <a:gd name="T0" fmla="*/ 1031 w 1064"/>
                <a:gd name="T1" fmla="*/ 531 h 1844"/>
                <a:gd name="T2" fmla="*/ 750 w 1064"/>
                <a:gd name="T3" fmla="*/ 531 h 1844"/>
                <a:gd name="T4" fmla="*/ 219 w 1064"/>
                <a:gd name="T5" fmla="*/ 1093 h 1844"/>
                <a:gd name="T6" fmla="*/ 219 w 1064"/>
                <a:gd name="T7" fmla="*/ 0 h 1844"/>
                <a:gd name="T8" fmla="*/ 0 w 1064"/>
                <a:gd name="T9" fmla="*/ 0 h 1844"/>
                <a:gd name="T10" fmla="*/ 0 w 1064"/>
                <a:gd name="T11" fmla="*/ 1843 h 1844"/>
                <a:gd name="T12" fmla="*/ 219 w 1064"/>
                <a:gd name="T13" fmla="*/ 1843 h 1844"/>
                <a:gd name="T14" fmla="*/ 219 w 1064"/>
                <a:gd name="T15" fmla="*/ 1187 h 1844"/>
                <a:gd name="T16" fmla="*/ 781 w 1064"/>
                <a:gd name="T17" fmla="*/ 1843 h 1844"/>
                <a:gd name="T18" fmla="*/ 1063 w 1064"/>
                <a:gd name="T19" fmla="*/ 1843 h 1844"/>
                <a:gd name="T20" fmla="*/ 469 w 1064"/>
                <a:gd name="T21" fmla="*/ 1156 h 1844"/>
                <a:gd name="T22" fmla="*/ 1031 w 1064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4" h="1844">
                  <a:moveTo>
                    <a:pt x="1031" y="531"/>
                  </a:moveTo>
                  <a:lnTo>
                    <a:pt x="750" y="531"/>
                  </a:lnTo>
                  <a:lnTo>
                    <a:pt x="219" y="1093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9" y="1843"/>
                  </a:lnTo>
                  <a:lnTo>
                    <a:pt x="219" y="1187"/>
                  </a:lnTo>
                  <a:lnTo>
                    <a:pt x="781" y="1843"/>
                  </a:lnTo>
                  <a:lnTo>
                    <a:pt x="1063" y="1843"/>
                  </a:lnTo>
                  <a:lnTo>
                    <a:pt x="469" y="1156"/>
                  </a:lnTo>
                  <a:lnTo>
                    <a:pt x="1031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3" name="Freeform 3">
              <a:extLst>
                <a:ext uri="{FF2B5EF4-FFF2-40B4-BE49-F238E27FC236}">
                  <a16:creationId xmlns:a16="http://schemas.microsoft.com/office/drawing/2014/main" id="{650E1376-18E9-6AC0-B968-AC1573666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200" y="5008563"/>
              <a:ext cx="371475" cy="484187"/>
            </a:xfrm>
            <a:custGeom>
              <a:avLst/>
              <a:gdLst>
                <a:gd name="T0" fmla="*/ 531 w 1032"/>
                <a:gd name="T1" fmla="*/ 0 h 1345"/>
                <a:gd name="T2" fmla="*/ 531 w 1032"/>
                <a:gd name="T3" fmla="*/ 0 h 1345"/>
                <a:gd name="T4" fmla="*/ 62 w 1032"/>
                <a:gd name="T5" fmla="*/ 344 h 1345"/>
                <a:gd name="T6" fmla="*/ 250 w 1032"/>
                <a:gd name="T7" fmla="*/ 406 h 1345"/>
                <a:gd name="T8" fmla="*/ 531 w 1032"/>
                <a:gd name="T9" fmla="*/ 187 h 1345"/>
                <a:gd name="T10" fmla="*/ 812 w 1032"/>
                <a:gd name="T11" fmla="*/ 469 h 1345"/>
                <a:gd name="T12" fmla="*/ 812 w 1032"/>
                <a:gd name="T13" fmla="*/ 500 h 1345"/>
                <a:gd name="T14" fmla="*/ 594 w 1032"/>
                <a:gd name="T15" fmla="*/ 500 h 1345"/>
                <a:gd name="T16" fmla="*/ 0 w 1032"/>
                <a:gd name="T17" fmla="*/ 937 h 1345"/>
                <a:gd name="T18" fmla="*/ 406 w 1032"/>
                <a:gd name="T19" fmla="*/ 1344 h 1345"/>
                <a:gd name="T20" fmla="*/ 812 w 1032"/>
                <a:gd name="T21" fmla="*/ 1125 h 1345"/>
                <a:gd name="T22" fmla="*/ 875 w 1032"/>
                <a:gd name="T23" fmla="*/ 1312 h 1345"/>
                <a:gd name="T24" fmla="*/ 1031 w 1032"/>
                <a:gd name="T25" fmla="*/ 1312 h 1345"/>
                <a:gd name="T26" fmla="*/ 1031 w 1032"/>
                <a:gd name="T27" fmla="*/ 469 h 1345"/>
                <a:gd name="T28" fmla="*/ 531 w 1032"/>
                <a:gd name="T29" fmla="*/ 0 h 1345"/>
                <a:gd name="T30" fmla="*/ 812 w 1032"/>
                <a:gd name="T31" fmla="*/ 750 h 1345"/>
                <a:gd name="T32" fmla="*/ 812 w 1032"/>
                <a:gd name="T33" fmla="*/ 750 h 1345"/>
                <a:gd name="T34" fmla="*/ 719 w 1032"/>
                <a:gd name="T35" fmla="*/ 1062 h 1345"/>
                <a:gd name="T36" fmla="*/ 437 w 1032"/>
                <a:gd name="T37" fmla="*/ 1156 h 1345"/>
                <a:gd name="T38" fmla="*/ 219 w 1032"/>
                <a:gd name="T39" fmla="*/ 937 h 1345"/>
                <a:gd name="T40" fmla="*/ 594 w 1032"/>
                <a:gd name="T41" fmla="*/ 719 h 1345"/>
                <a:gd name="T42" fmla="*/ 812 w 1032"/>
                <a:gd name="T43" fmla="*/ 719 h 1345"/>
                <a:gd name="T44" fmla="*/ 531 w 1032"/>
                <a:gd name="T45" fmla="*/ 0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2" h="1345">
                  <a:moveTo>
                    <a:pt x="531" y="0"/>
                  </a:moveTo>
                  <a:lnTo>
                    <a:pt x="531" y="0"/>
                  </a:lnTo>
                  <a:cubicBezTo>
                    <a:pt x="281" y="0"/>
                    <a:pt x="94" y="125"/>
                    <a:pt x="62" y="344"/>
                  </a:cubicBezTo>
                  <a:cubicBezTo>
                    <a:pt x="250" y="406"/>
                    <a:pt x="250" y="406"/>
                    <a:pt x="250" y="406"/>
                  </a:cubicBezTo>
                  <a:cubicBezTo>
                    <a:pt x="281" y="250"/>
                    <a:pt x="375" y="187"/>
                    <a:pt x="531" y="187"/>
                  </a:cubicBezTo>
                  <a:cubicBezTo>
                    <a:pt x="719" y="187"/>
                    <a:pt x="812" y="281"/>
                    <a:pt x="812" y="469"/>
                  </a:cubicBezTo>
                  <a:cubicBezTo>
                    <a:pt x="812" y="500"/>
                    <a:pt x="812" y="500"/>
                    <a:pt x="812" y="500"/>
                  </a:cubicBezTo>
                  <a:cubicBezTo>
                    <a:pt x="594" y="500"/>
                    <a:pt x="594" y="500"/>
                    <a:pt x="594" y="500"/>
                  </a:cubicBezTo>
                  <a:cubicBezTo>
                    <a:pt x="219" y="500"/>
                    <a:pt x="0" y="656"/>
                    <a:pt x="0" y="937"/>
                  </a:cubicBezTo>
                  <a:cubicBezTo>
                    <a:pt x="0" y="1219"/>
                    <a:pt x="187" y="1344"/>
                    <a:pt x="406" y="1344"/>
                  </a:cubicBezTo>
                  <a:cubicBezTo>
                    <a:pt x="594" y="1344"/>
                    <a:pt x="719" y="1281"/>
                    <a:pt x="812" y="1125"/>
                  </a:cubicBezTo>
                  <a:cubicBezTo>
                    <a:pt x="875" y="1312"/>
                    <a:pt x="875" y="1312"/>
                    <a:pt x="875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69"/>
                    <a:pt x="1031" y="469"/>
                    <a:pt x="1031" y="469"/>
                  </a:cubicBezTo>
                  <a:cubicBezTo>
                    <a:pt x="1031" y="156"/>
                    <a:pt x="844" y="0"/>
                    <a:pt x="531" y="0"/>
                  </a:cubicBezTo>
                  <a:lnTo>
                    <a:pt x="812" y="750"/>
                  </a:lnTo>
                  <a:lnTo>
                    <a:pt x="812" y="750"/>
                  </a:lnTo>
                  <a:cubicBezTo>
                    <a:pt x="812" y="875"/>
                    <a:pt x="781" y="969"/>
                    <a:pt x="719" y="1062"/>
                  </a:cubicBezTo>
                  <a:cubicBezTo>
                    <a:pt x="625" y="1125"/>
                    <a:pt x="531" y="1156"/>
                    <a:pt x="437" y="1156"/>
                  </a:cubicBezTo>
                  <a:cubicBezTo>
                    <a:pt x="312" y="1156"/>
                    <a:pt x="219" y="1062"/>
                    <a:pt x="219" y="937"/>
                  </a:cubicBezTo>
                  <a:cubicBezTo>
                    <a:pt x="219" y="781"/>
                    <a:pt x="344" y="719"/>
                    <a:pt x="594" y="719"/>
                  </a:cubicBezTo>
                  <a:cubicBezTo>
                    <a:pt x="812" y="719"/>
                    <a:pt x="812" y="719"/>
                    <a:pt x="812" y="719"/>
                  </a:cubicBezTo>
                  <a:lnTo>
                    <a:pt x="531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4" name="Freeform 4">
              <a:extLst>
                <a:ext uri="{FF2B5EF4-FFF2-40B4-BE49-F238E27FC236}">
                  <a16:creationId xmlns:a16="http://schemas.microsoft.com/office/drawing/2014/main" id="{9817B1EF-1B4A-E4E0-1FE6-A980C0DE3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816475"/>
              <a:ext cx="427037" cy="674688"/>
            </a:xfrm>
            <a:custGeom>
              <a:avLst/>
              <a:gdLst>
                <a:gd name="T0" fmla="*/ 562 w 1188"/>
                <a:gd name="T1" fmla="*/ 1875 h 1876"/>
                <a:gd name="T2" fmla="*/ 562 w 1188"/>
                <a:gd name="T3" fmla="*/ 1875 h 1876"/>
                <a:gd name="T4" fmla="*/ 969 w 1188"/>
                <a:gd name="T5" fmla="*/ 1687 h 1876"/>
                <a:gd name="T6" fmla="*/ 969 w 1188"/>
                <a:gd name="T7" fmla="*/ 1843 h 1876"/>
                <a:gd name="T8" fmla="*/ 1187 w 1188"/>
                <a:gd name="T9" fmla="*/ 1843 h 1876"/>
                <a:gd name="T10" fmla="*/ 1187 w 1188"/>
                <a:gd name="T11" fmla="*/ 0 h 1876"/>
                <a:gd name="T12" fmla="*/ 969 w 1188"/>
                <a:gd name="T13" fmla="*/ 0 h 1876"/>
                <a:gd name="T14" fmla="*/ 969 w 1188"/>
                <a:gd name="T15" fmla="*/ 687 h 1876"/>
                <a:gd name="T16" fmla="*/ 812 w 1188"/>
                <a:gd name="T17" fmla="*/ 562 h 1876"/>
                <a:gd name="T18" fmla="*/ 562 w 1188"/>
                <a:gd name="T19" fmla="*/ 531 h 1876"/>
                <a:gd name="T20" fmla="*/ 0 w 1188"/>
                <a:gd name="T21" fmla="*/ 1187 h 1876"/>
                <a:gd name="T22" fmla="*/ 562 w 1188"/>
                <a:gd name="T23" fmla="*/ 1875 h 1876"/>
                <a:gd name="T24" fmla="*/ 594 w 1188"/>
                <a:gd name="T25" fmla="*/ 718 h 1876"/>
                <a:gd name="T26" fmla="*/ 594 w 1188"/>
                <a:gd name="T27" fmla="*/ 718 h 1876"/>
                <a:gd name="T28" fmla="*/ 969 w 1188"/>
                <a:gd name="T29" fmla="*/ 1187 h 1876"/>
                <a:gd name="T30" fmla="*/ 594 w 1188"/>
                <a:gd name="T31" fmla="*/ 1687 h 1876"/>
                <a:gd name="T32" fmla="*/ 219 w 1188"/>
                <a:gd name="T33" fmla="*/ 1187 h 1876"/>
                <a:gd name="T34" fmla="*/ 594 w 1188"/>
                <a:gd name="T35" fmla="*/ 718 h 1876"/>
                <a:gd name="T36" fmla="*/ 562 w 1188"/>
                <a:gd name="T37" fmla="*/ 1875 h 1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88" h="1876">
                  <a:moveTo>
                    <a:pt x="562" y="1875"/>
                  </a:moveTo>
                  <a:lnTo>
                    <a:pt x="562" y="1875"/>
                  </a:lnTo>
                  <a:cubicBezTo>
                    <a:pt x="719" y="1875"/>
                    <a:pt x="906" y="1781"/>
                    <a:pt x="969" y="1687"/>
                  </a:cubicBezTo>
                  <a:cubicBezTo>
                    <a:pt x="969" y="1843"/>
                    <a:pt x="969" y="1843"/>
                    <a:pt x="969" y="1843"/>
                  </a:cubicBezTo>
                  <a:cubicBezTo>
                    <a:pt x="1187" y="1843"/>
                    <a:pt x="1187" y="1843"/>
                    <a:pt x="1187" y="1843"/>
                  </a:cubicBezTo>
                  <a:cubicBezTo>
                    <a:pt x="1187" y="0"/>
                    <a:pt x="1187" y="0"/>
                    <a:pt x="1187" y="0"/>
                  </a:cubicBezTo>
                  <a:cubicBezTo>
                    <a:pt x="969" y="0"/>
                    <a:pt x="969" y="0"/>
                    <a:pt x="969" y="0"/>
                  </a:cubicBezTo>
                  <a:cubicBezTo>
                    <a:pt x="969" y="687"/>
                    <a:pt x="969" y="687"/>
                    <a:pt x="969" y="687"/>
                  </a:cubicBezTo>
                  <a:cubicBezTo>
                    <a:pt x="937" y="656"/>
                    <a:pt x="875" y="625"/>
                    <a:pt x="812" y="562"/>
                  </a:cubicBezTo>
                  <a:cubicBezTo>
                    <a:pt x="719" y="531"/>
                    <a:pt x="656" y="531"/>
                    <a:pt x="562" y="531"/>
                  </a:cubicBezTo>
                  <a:cubicBezTo>
                    <a:pt x="187" y="531"/>
                    <a:pt x="0" y="781"/>
                    <a:pt x="0" y="1187"/>
                  </a:cubicBezTo>
                  <a:cubicBezTo>
                    <a:pt x="0" y="1593"/>
                    <a:pt x="187" y="1875"/>
                    <a:pt x="562" y="1875"/>
                  </a:cubicBezTo>
                  <a:lnTo>
                    <a:pt x="594" y="718"/>
                  </a:lnTo>
                  <a:lnTo>
                    <a:pt x="594" y="718"/>
                  </a:lnTo>
                  <a:cubicBezTo>
                    <a:pt x="844" y="718"/>
                    <a:pt x="969" y="906"/>
                    <a:pt x="969" y="1187"/>
                  </a:cubicBezTo>
                  <a:cubicBezTo>
                    <a:pt x="969" y="1468"/>
                    <a:pt x="844" y="1687"/>
                    <a:pt x="594" y="1687"/>
                  </a:cubicBezTo>
                  <a:cubicBezTo>
                    <a:pt x="375" y="1687"/>
                    <a:pt x="219" y="1468"/>
                    <a:pt x="219" y="1187"/>
                  </a:cubicBezTo>
                  <a:cubicBezTo>
                    <a:pt x="219" y="906"/>
                    <a:pt x="375" y="718"/>
                    <a:pt x="594" y="718"/>
                  </a:cubicBezTo>
                  <a:lnTo>
                    <a:pt x="562" y="187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5" name="Freeform 6">
              <a:extLst>
                <a:ext uri="{FF2B5EF4-FFF2-40B4-BE49-F238E27FC236}">
                  <a16:creationId xmlns:a16="http://schemas.microsoft.com/office/drawing/2014/main" id="{5F4FE1D3-6A46-4BD2-54F2-5575A2507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5008563"/>
              <a:ext cx="641350" cy="473075"/>
            </a:xfrm>
            <a:custGeom>
              <a:avLst/>
              <a:gdLst>
                <a:gd name="T0" fmla="*/ 1780 w 1781"/>
                <a:gd name="T1" fmla="*/ 1312 h 1313"/>
                <a:gd name="T2" fmla="*/ 1780 w 1781"/>
                <a:gd name="T3" fmla="*/ 1312 h 1313"/>
                <a:gd name="T4" fmla="*/ 1780 w 1781"/>
                <a:gd name="T5" fmla="*/ 406 h 1313"/>
                <a:gd name="T6" fmla="*/ 1405 w 1781"/>
                <a:gd name="T7" fmla="*/ 0 h 1313"/>
                <a:gd name="T8" fmla="*/ 968 w 1781"/>
                <a:gd name="T9" fmla="*/ 250 h 1313"/>
                <a:gd name="T10" fmla="*/ 625 w 1781"/>
                <a:gd name="T11" fmla="*/ 0 h 1313"/>
                <a:gd name="T12" fmla="*/ 218 w 1781"/>
                <a:gd name="T13" fmla="*/ 250 h 1313"/>
                <a:gd name="T14" fmla="*/ 218 w 1781"/>
                <a:gd name="T15" fmla="*/ 0 h 1313"/>
                <a:gd name="T16" fmla="*/ 0 w 1781"/>
                <a:gd name="T17" fmla="*/ 0 h 1313"/>
                <a:gd name="T18" fmla="*/ 0 w 1781"/>
                <a:gd name="T19" fmla="*/ 1312 h 1313"/>
                <a:gd name="T20" fmla="*/ 218 w 1781"/>
                <a:gd name="T21" fmla="*/ 1312 h 1313"/>
                <a:gd name="T22" fmla="*/ 218 w 1781"/>
                <a:gd name="T23" fmla="*/ 781 h 1313"/>
                <a:gd name="T24" fmla="*/ 562 w 1781"/>
                <a:gd name="T25" fmla="*/ 187 h 1313"/>
                <a:gd name="T26" fmla="*/ 781 w 1781"/>
                <a:gd name="T27" fmla="*/ 437 h 1313"/>
                <a:gd name="T28" fmla="*/ 781 w 1781"/>
                <a:gd name="T29" fmla="*/ 1312 h 1313"/>
                <a:gd name="T30" fmla="*/ 1000 w 1781"/>
                <a:gd name="T31" fmla="*/ 1312 h 1313"/>
                <a:gd name="T32" fmla="*/ 1000 w 1781"/>
                <a:gd name="T33" fmla="*/ 781 h 1313"/>
                <a:gd name="T34" fmla="*/ 1343 w 1781"/>
                <a:gd name="T35" fmla="*/ 187 h 1313"/>
                <a:gd name="T36" fmla="*/ 1561 w 1781"/>
                <a:gd name="T37" fmla="*/ 437 h 1313"/>
                <a:gd name="T38" fmla="*/ 1561 w 1781"/>
                <a:gd name="T39" fmla="*/ 1312 h 1313"/>
                <a:gd name="T40" fmla="*/ 1780 w 1781"/>
                <a:gd name="T41" fmla="*/ 1312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81" h="1313">
                  <a:moveTo>
                    <a:pt x="1780" y="1312"/>
                  </a:moveTo>
                  <a:lnTo>
                    <a:pt x="1780" y="1312"/>
                  </a:lnTo>
                  <a:cubicBezTo>
                    <a:pt x="1780" y="406"/>
                    <a:pt x="1780" y="406"/>
                    <a:pt x="1780" y="406"/>
                  </a:cubicBezTo>
                  <a:cubicBezTo>
                    <a:pt x="1780" y="125"/>
                    <a:pt x="1655" y="0"/>
                    <a:pt x="1405" y="0"/>
                  </a:cubicBezTo>
                  <a:cubicBezTo>
                    <a:pt x="1218" y="0"/>
                    <a:pt x="1062" y="94"/>
                    <a:pt x="968" y="250"/>
                  </a:cubicBezTo>
                  <a:cubicBezTo>
                    <a:pt x="937" y="94"/>
                    <a:pt x="812" y="0"/>
                    <a:pt x="625" y="0"/>
                  </a:cubicBezTo>
                  <a:cubicBezTo>
                    <a:pt x="437" y="0"/>
                    <a:pt x="312" y="62"/>
                    <a:pt x="218" y="25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8" y="1312"/>
                    <a:pt x="218" y="1312"/>
                    <a:pt x="218" y="1312"/>
                  </a:cubicBezTo>
                  <a:cubicBezTo>
                    <a:pt x="218" y="781"/>
                    <a:pt x="218" y="781"/>
                    <a:pt x="218" y="781"/>
                  </a:cubicBezTo>
                  <a:cubicBezTo>
                    <a:pt x="218" y="406"/>
                    <a:pt x="375" y="187"/>
                    <a:pt x="562" y="187"/>
                  </a:cubicBezTo>
                  <a:cubicBezTo>
                    <a:pt x="718" y="187"/>
                    <a:pt x="781" y="281"/>
                    <a:pt x="781" y="437"/>
                  </a:cubicBezTo>
                  <a:cubicBezTo>
                    <a:pt x="781" y="1312"/>
                    <a:pt x="781" y="1312"/>
                    <a:pt x="781" y="1312"/>
                  </a:cubicBezTo>
                  <a:cubicBezTo>
                    <a:pt x="1000" y="1312"/>
                    <a:pt x="1000" y="1312"/>
                    <a:pt x="1000" y="1312"/>
                  </a:cubicBezTo>
                  <a:cubicBezTo>
                    <a:pt x="1000" y="781"/>
                    <a:pt x="1000" y="781"/>
                    <a:pt x="1000" y="781"/>
                  </a:cubicBezTo>
                  <a:cubicBezTo>
                    <a:pt x="1000" y="406"/>
                    <a:pt x="1156" y="187"/>
                    <a:pt x="1343" y="187"/>
                  </a:cubicBezTo>
                  <a:cubicBezTo>
                    <a:pt x="1499" y="187"/>
                    <a:pt x="1561" y="281"/>
                    <a:pt x="1561" y="437"/>
                  </a:cubicBezTo>
                  <a:cubicBezTo>
                    <a:pt x="1561" y="1312"/>
                    <a:pt x="1561" y="1312"/>
                    <a:pt x="1561" y="1312"/>
                  </a:cubicBezTo>
                  <a:lnTo>
                    <a:pt x="1780" y="131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6" name="Freeform 7">
              <a:extLst>
                <a:ext uri="{FF2B5EF4-FFF2-40B4-BE49-F238E27FC236}">
                  <a16:creationId xmlns:a16="http://schemas.microsoft.com/office/drawing/2014/main" id="{1F0DDF61-E138-C6EC-8440-79CB098D9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5008563"/>
              <a:ext cx="79375" cy="473075"/>
            </a:xfrm>
            <a:custGeom>
              <a:avLst/>
              <a:gdLst>
                <a:gd name="T0" fmla="*/ 219 w 220"/>
                <a:gd name="T1" fmla="*/ 0 h 1313"/>
                <a:gd name="T2" fmla="*/ 0 w 220"/>
                <a:gd name="T3" fmla="*/ 0 h 1313"/>
                <a:gd name="T4" fmla="*/ 0 w 220"/>
                <a:gd name="T5" fmla="*/ 1312 h 1313"/>
                <a:gd name="T6" fmla="*/ 219 w 220"/>
                <a:gd name="T7" fmla="*/ 1312 h 1313"/>
                <a:gd name="T8" fmla="*/ 219 w 220"/>
                <a:gd name="T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313">
                  <a:moveTo>
                    <a:pt x="219" y="0"/>
                  </a:moveTo>
                  <a:lnTo>
                    <a:pt x="0" y="0"/>
                  </a:lnTo>
                  <a:lnTo>
                    <a:pt x="0" y="1312"/>
                  </a:lnTo>
                  <a:lnTo>
                    <a:pt x="219" y="1312"/>
                  </a:lnTo>
                  <a:lnTo>
                    <a:pt x="21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E06B000C-F0A1-E4F7-8D4E-7FB6528F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238" y="4816475"/>
              <a:ext cx="123825" cy="123825"/>
            </a:xfrm>
            <a:custGeom>
              <a:avLst/>
              <a:gdLst>
                <a:gd name="T0" fmla="*/ 344 w 345"/>
                <a:gd name="T1" fmla="*/ 187 h 344"/>
                <a:gd name="T2" fmla="*/ 344 w 345"/>
                <a:gd name="T3" fmla="*/ 187 h 344"/>
                <a:gd name="T4" fmla="*/ 156 w 345"/>
                <a:gd name="T5" fmla="*/ 0 h 344"/>
                <a:gd name="T6" fmla="*/ 0 w 345"/>
                <a:gd name="T7" fmla="*/ 187 h 344"/>
                <a:gd name="T8" fmla="*/ 156 w 345"/>
                <a:gd name="T9" fmla="*/ 343 h 344"/>
                <a:gd name="T10" fmla="*/ 344 w 345"/>
                <a:gd name="T11" fmla="*/ 187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5" h="344">
                  <a:moveTo>
                    <a:pt x="344" y="187"/>
                  </a:moveTo>
                  <a:lnTo>
                    <a:pt x="344" y="187"/>
                  </a:lnTo>
                  <a:cubicBezTo>
                    <a:pt x="344" y="93"/>
                    <a:pt x="250" y="0"/>
                    <a:pt x="156" y="0"/>
                  </a:cubicBezTo>
                  <a:cubicBezTo>
                    <a:pt x="62" y="0"/>
                    <a:pt x="0" y="93"/>
                    <a:pt x="0" y="187"/>
                  </a:cubicBezTo>
                  <a:cubicBezTo>
                    <a:pt x="0" y="281"/>
                    <a:pt x="62" y="343"/>
                    <a:pt x="156" y="343"/>
                  </a:cubicBezTo>
                  <a:cubicBezTo>
                    <a:pt x="250" y="343"/>
                    <a:pt x="344" y="281"/>
                    <a:pt x="344" y="18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8E16CF2D-CCE4-135B-5EC2-1B9680056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816475"/>
              <a:ext cx="382587" cy="663575"/>
            </a:xfrm>
            <a:custGeom>
              <a:avLst/>
              <a:gdLst>
                <a:gd name="T0" fmla="*/ 750 w 1063"/>
                <a:gd name="T1" fmla="*/ 531 h 1844"/>
                <a:gd name="T2" fmla="*/ 218 w 1063"/>
                <a:gd name="T3" fmla="*/ 1093 h 1844"/>
                <a:gd name="T4" fmla="*/ 218 w 1063"/>
                <a:gd name="T5" fmla="*/ 0 h 1844"/>
                <a:gd name="T6" fmla="*/ 0 w 1063"/>
                <a:gd name="T7" fmla="*/ 0 h 1844"/>
                <a:gd name="T8" fmla="*/ 0 w 1063"/>
                <a:gd name="T9" fmla="*/ 1843 h 1844"/>
                <a:gd name="T10" fmla="*/ 218 w 1063"/>
                <a:gd name="T11" fmla="*/ 1843 h 1844"/>
                <a:gd name="T12" fmla="*/ 218 w 1063"/>
                <a:gd name="T13" fmla="*/ 1187 h 1844"/>
                <a:gd name="T14" fmla="*/ 781 w 1063"/>
                <a:gd name="T15" fmla="*/ 1843 h 1844"/>
                <a:gd name="T16" fmla="*/ 1062 w 1063"/>
                <a:gd name="T17" fmla="*/ 1843 h 1844"/>
                <a:gd name="T18" fmla="*/ 468 w 1063"/>
                <a:gd name="T19" fmla="*/ 1156 h 1844"/>
                <a:gd name="T20" fmla="*/ 1031 w 1063"/>
                <a:gd name="T21" fmla="*/ 531 h 1844"/>
                <a:gd name="T22" fmla="*/ 750 w 1063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4">
                  <a:moveTo>
                    <a:pt x="750" y="531"/>
                  </a:moveTo>
                  <a:lnTo>
                    <a:pt x="218" y="1093"/>
                  </a:lnTo>
                  <a:lnTo>
                    <a:pt x="218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8" y="1843"/>
                  </a:lnTo>
                  <a:lnTo>
                    <a:pt x="218" y="1187"/>
                  </a:lnTo>
                  <a:lnTo>
                    <a:pt x="781" y="1843"/>
                  </a:lnTo>
                  <a:lnTo>
                    <a:pt x="1062" y="1843"/>
                  </a:lnTo>
                  <a:lnTo>
                    <a:pt x="468" y="1156"/>
                  </a:lnTo>
                  <a:lnTo>
                    <a:pt x="1031" y="531"/>
                  </a:lnTo>
                  <a:lnTo>
                    <a:pt x="750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8952B4AE-993B-806C-A08B-18F6EF814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4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F033BAA0-D757-C9A5-1CFB-F17B2D36F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963" y="5008563"/>
              <a:ext cx="282575" cy="473075"/>
            </a:xfrm>
            <a:custGeom>
              <a:avLst/>
              <a:gdLst>
                <a:gd name="T0" fmla="*/ 219 w 783"/>
                <a:gd name="T1" fmla="*/ 219 h 1313"/>
                <a:gd name="T2" fmla="*/ 219 w 783"/>
                <a:gd name="T3" fmla="*/ 219 h 1313"/>
                <a:gd name="T4" fmla="*/ 219 w 783"/>
                <a:gd name="T5" fmla="*/ 0 h 1313"/>
                <a:gd name="T6" fmla="*/ 0 w 783"/>
                <a:gd name="T7" fmla="*/ 0 h 1313"/>
                <a:gd name="T8" fmla="*/ 0 w 783"/>
                <a:gd name="T9" fmla="*/ 1312 h 1313"/>
                <a:gd name="T10" fmla="*/ 219 w 783"/>
                <a:gd name="T11" fmla="*/ 1312 h 1313"/>
                <a:gd name="T12" fmla="*/ 219 w 783"/>
                <a:gd name="T13" fmla="*/ 812 h 1313"/>
                <a:gd name="T14" fmla="*/ 313 w 783"/>
                <a:gd name="T15" fmla="*/ 344 h 1313"/>
                <a:gd name="T16" fmla="*/ 594 w 783"/>
                <a:gd name="T17" fmla="*/ 187 h 1313"/>
                <a:gd name="T18" fmla="*/ 719 w 783"/>
                <a:gd name="T19" fmla="*/ 219 h 1313"/>
                <a:gd name="T20" fmla="*/ 782 w 783"/>
                <a:gd name="T21" fmla="*/ 31 h 1313"/>
                <a:gd name="T22" fmla="*/ 594 w 783"/>
                <a:gd name="T23" fmla="*/ 0 h 1313"/>
                <a:gd name="T24" fmla="*/ 219 w 783"/>
                <a:gd name="T25" fmla="*/ 219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1313">
                  <a:moveTo>
                    <a:pt x="219" y="219"/>
                  </a:moveTo>
                  <a:lnTo>
                    <a:pt x="219" y="219"/>
                  </a:ln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812"/>
                    <a:pt x="219" y="812"/>
                    <a:pt x="219" y="812"/>
                  </a:cubicBezTo>
                  <a:cubicBezTo>
                    <a:pt x="219" y="625"/>
                    <a:pt x="250" y="469"/>
                    <a:pt x="313" y="344"/>
                  </a:cubicBezTo>
                  <a:cubicBezTo>
                    <a:pt x="407" y="250"/>
                    <a:pt x="469" y="187"/>
                    <a:pt x="594" y="187"/>
                  </a:cubicBezTo>
                  <a:cubicBezTo>
                    <a:pt x="625" y="187"/>
                    <a:pt x="688" y="187"/>
                    <a:pt x="719" y="219"/>
                  </a:cubicBezTo>
                  <a:cubicBezTo>
                    <a:pt x="782" y="31"/>
                    <a:pt x="782" y="31"/>
                    <a:pt x="782" y="31"/>
                  </a:cubicBezTo>
                  <a:cubicBezTo>
                    <a:pt x="719" y="0"/>
                    <a:pt x="657" y="0"/>
                    <a:pt x="594" y="0"/>
                  </a:cubicBezTo>
                  <a:cubicBezTo>
                    <a:pt x="438" y="0"/>
                    <a:pt x="282" y="94"/>
                    <a:pt x="219" y="21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D12E646D-45FD-8D00-0541-FDBA8A77B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100" y="5008563"/>
              <a:ext cx="371475" cy="473075"/>
            </a:xfrm>
            <a:custGeom>
              <a:avLst/>
              <a:gdLst>
                <a:gd name="T0" fmla="*/ 656 w 1032"/>
                <a:gd name="T1" fmla="*/ 0 h 1313"/>
                <a:gd name="T2" fmla="*/ 656 w 1032"/>
                <a:gd name="T3" fmla="*/ 0 h 1313"/>
                <a:gd name="T4" fmla="*/ 219 w 1032"/>
                <a:gd name="T5" fmla="*/ 250 h 1313"/>
                <a:gd name="T6" fmla="*/ 219 w 1032"/>
                <a:gd name="T7" fmla="*/ 0 h 1313"/>
                <a:gd name="T8" fmla="*/ 0 w 1032"/>
                <a:gd name="T9" fmla="*/ 0 h 1313"/>
                <a:gd name="T10" fmla="*/ 0 w 1032"/>
                <a:gd name="T11" fmla="*/ 1312 h 1313"/>
                <a:gd name="T12" fmla="*/ 219 w 1032"/>
                <a:gd name="T13" fmla="*/ 1312 h 1313"/>
                <a:gd name="T14" fmla="*/ 219 w 1032"/>
                <a:gd name="T15" fmla="*/ 781 h 1313"/>
                <a:gd name="T16" fmla="*/ 312 w 1032"/>
                <a:gd name="T17" fmla="*/ 344 h 1313"/>
                <a:gd name="T18" fmla="*/ 594 w 1032"/>
                <a:gd name="T19" fmla="*/ 187 h 1313"/>
                <a:gd name="T20" fmla="*/ 812 w 1032"/>
                <a:gd name="T21" fmla="*/ 469 h 1313"/>
                <a:gd name="T22" fmla="*/ 812 w 1032"/>
                <a:gd name="T23" fmla="*/ 1312 h 1313"/>
                <a:gd name="T24" fmla="*/ 1031 w 1032"/>
                <a:gd name="T25" fmla="*/ 1312 h 1313"/>
                <a:gd name="T26" fmla="*/ 1031 w 1032"/>
                <a:gd name="T27" fmla="*/ 406 h 1313"/>
                <a:gd name="T28" fmla="*/ 656 w 1032"/>
                <a:gd name="T2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2" h="1313">
                  <a:moveTo>
                    <a:pt x="656" y="0"/>
                  </a:moveTo>
                  <a:lnTo>
                    <a:pt x="656" y="0"/>
                  </a:lnTo>
                  <a:cubicBezTo>
                    <a:pt x="469" y="0"/>
                    <a:pt x="312" y="62"/>
                    <a:pt x="219" y="25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781"/>
                    <a:pt x="219" y="781"/>
                    <a:pt x="219" y="781"/>
                  </a:cubicBezTo>
                  <a:cubicBezTo>
                    <a:pt x="219" y="594"/>
                    <a:pt x="250" y="469"/>
                    <a:pt x="312" y="344"/>
                  </a:cubicBezTo>
                  <a:cubicBezTo>
                    <a:pt x="406" y="250"/>
                    <a:pt x="500" y="187"/>
                    <a:pt x="594" y="187"/>
                  </a:cubicBezTo>
                  <a:cubicBezTo>
                    <a:pt x="750" y="187"/>
                    <a:pt x="812" y="281"/>
                    <a:pt x="812" y="469"/>
                  </a:cubicBezTo>
                  <a:cubicBezTo>
                    <a:pt x="812" y="1312"/>
                    <a:pt x="812" y="1312"/>
                    <a:pt x="812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06"/>
                    <a:pt x="1031" y="406"/>
                    <a:pt x="1031" y="406"/>
                  </a:cubicBezTo>
                  <a:cubicBezTo>
                    <a:pt x="1031" y="125"/>
                    <a:pt x="875" y="0"/>
                    <a:pt x="65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EB5D8DC2-51CB-05D4-D25A-40614E3A6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5008563"/>
              <a:ext cx="338137" cy="484187"/>
            </a:xfrm>
            <a:custGeom>
              <a:avLst/>
              <a:gdLst>
                <a:gd name="T0" fmla="*/ 313 w 939"/>
                <a:gd name="T1" fmla="*/ 344 h 1345"/>
                <a:gd name="T2" fmla="*/ 313 w 939"/>
                <a:gd name="T3" fmla="*/ 344 h 1345"/>
                <a:gd name="T4" fmla="*/ 500 w 939"/>
                <a:gd name="T5" fmla="*/ 187 h 1345"/>
                <a:gd name="T6" fmla="*/ 719 w 939"/>
                <a:gd name="T7" fmla="*/ 312 h 1345"/>
                <a:gd name="T8" fmla="*/ 875 w 939"/>
                <a:gd name="T9" fmla="*/ 187 h 1345"/>
                <a:gd name="T10" fmla="*/ 500 w 939"/>
                <a:gd name="T11" fmla="*/ 0 h 1345"/>
                <a:gd name="T12" fmla="*/ 94 w 939"/>
                <a:gd name="T13" fmla="*/ 344 h 1345"/>
                <a:gd name="T14" fmla="*/ 500 w 939"/>
                <a:gd name="T15" fmla="*/ 750 h 1345"/>
                <a:gd name="T16" fmla="*/ 719 w 939"/>
                <a:gd name="T17" fmla="*/ 937 h 1345"/>
                <a:gd name="T18" fmla="*/ 500 w 939"/>
                <a:gd name="T19" fmla="*/ 1156 h 1345"/>
                <a:gd name="T20" fmla="*/ 188 w 939"/>
                <a:gd name="T21" fmla="*/ 875 h 1345"/>
                <a:gd name="T22" fmla="*/ 0 w 939"/>
                <a:gd name="T23" fmla="*/ 1000 h 1345"/>
                <a:gd name="T24" fmla="*/ 500 w 939"/>
                <a:gd name="T25" fmla="*/ 1344 h 1345"/>
                <a:gd name="T26" fmla="*/ 938 w 939"/>
                <a:gd name="T27" fmla="*/ 937 h 1345"/>
                <a:gd name="T28" fmla="*/ 313 w 939"/>
                <a:gd name="T29" fmla="*/ 344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45">
                  <a:moveTo>
                    <a:pt x="313" y="344"/>
                  </a:moveTo>
                  <a:lnTo>
                    <a:pt x="313" y="344"/>
                  </a:lnTo>
                  <a:cubicBezTo>
                    <a:pt x="313" y="250"/>
                    <a:pt x="407" y="187"/>
                    <a:pt x="500" y="187"/>
                  </a:cubicBezTo>
                  <a:cubicBezTo>
                    <a:pt x="563" y="187"/>
                    <a:pt x="657" y="219"/>
                    <a:pt x="719" y="312"/>
                  </a:cubicBezTo>
                  <a:cubicBezTo>
                    <a:pt x="875" y="187"/>
                    <a:pt x="875" y="187"/>
                    <a:pt x="875" y="187"/>
                  </a:cubicBezTo>
                  <a:cubicBezTo>
                    <a:pt x="782" y="62"/>
                    <a:pt x="657" y="0"/>
                    <a:pt x="500" y="0"/>
                  </a:cubicBezTo>
                  <a:cubicBezTo>
                    <a:pt x="250" y="0"/>
                    <a:pt x="94" y="156"/>
                    <a:pt x="94" y="344"/>
                  </a:cubicBezTo>
                  <a:cubicBezTo>
                    <a:pt x="94" y="594"/>
                    <a:pt x="313" y="687"/>
                    <a:pt x="500" y="750"/>
                  </a:cubicBezTo>
                  <a:cubicBezTo>
                    <a:pt x="625" y="781"/>
                    <a:pt x="719" y="844"/>
                    <a:pt x="719" y="937"/>
                  </a:cubicBezTo>
                  <a:cubicBezTo>
                    <a:pt x="719" y="1062"/>
                    <a:pt x="657" y="1156"/>
                    <a:pt x="500" y="1156"/>
                  </a:cubicBezTo>
                  <a:cubicBezTo>
                    <a:pt x="375" y="1156"/>
                    <a:pt x="282" y="1062"/>
                    <a:pt x="188" y="875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4" y="1187"/>
                    <a:pt x="250" y="1344"/>
                    <a:pt x="500" y="1344"/>
                  </a:cubicBezTo>
                  <a:cubicBezTo>
                    <a:pt x="782" y="1344"/>
                    <a:pt x="938" y="1187"/>
                    <a:pt x="938" y="937"/>
                  </a:cubicBezTo>
                  <a:cubicBezTo>
                    <a:pt x="938" y="531"/>
                    <a:pt x="313" y="594"/>
                    <a:pt x="313" y="34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352B7BD8-F6E3-0ACE-F1C8-C83C3C4A7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500" y="567213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12 h 1813"/>
                <a:gd name="T8" fmla="*/ 1094 w 1501"/>
                <a:gd name="T9" fmla="*/ 1312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093 h 1813"/>
                <a:gd name="T20" fmla="*/ 750 w 1501"/>
                <a:gd name="T21" fmla="*/ 281 h 1813"/>
                <a:gd name="T22" fmla="*/ 1031 w 1501"/>
                <a:gd name="T23" fmla="*/ 1093 h 1813"/>
                <a:gd name="T24" fmla="*/ 469 w 1501"/>
                <a:gd name="T25" fmla="*/ 1093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12"/>
                  </a:lnTo>
                  <a:lnTo>
                    <a:pt x="1094" y="1312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093"/>
                  </a:moveTo>
                  <a:lnTo>
                    <a:pt x="750" y="281"/>
                  </a:lnTo>
                  <a:lnTo>
                    <a:pt x="1031" y="1093"/>
                  </a:lnTo>
                  <a:lnTo>
                    <a:pt x="469" y="1093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B22D6B80-5F7D-5384-FFD2-34D27CE61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250" y="5986463"/>
              <a:ext cx="315913" cy="79375"/>
            </a:xfrm>
            <a:custGeom>
              <a:avLst/>
              <a:gdLst>
                <a:gd name="T0" fmla="*/ 0 w 876"/>
                <a:gd name="T1" fmla="*/ 218 h 219"/>
                <a:gd name="T2" fmla="*/ 875 w 876"/>
                <a:gd name="T3" fmla="*/ 218 h 219"/>
                <a:gd name="T4" fmla="*/ 875 w 876"/>
                <a:gd name="T5" fmla="*/ 0 h 219"/>
                <a:gd name="T6" fmla="*/ 0 w 876"/>
                <a:gd name="T7" fmla="*/ 0 h 219"/>
                <a:gd name="T8" fmla="*/ 0 w 876"/>
                <a:gd name="T9" fmla="*/ 218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6" h="219">
                  <a:moveTo>
                    <a:pt x="0" y="218"/>
                  </a:moveTo>
                  <a:lnTo>
                    <a:pt x="875" y="218"/>
                  </a:lnTo>
                  <a:lnTo>
                    <a:pt x="875" y="0"/>
                  </a:lnTo>
                  <a:lnTo>
                    <a:pt x="0" y="0"/>
                  </a:lnTo>
                  <a:lnTo>
                    <a:pt x="0" y="21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58A0F19B-4070-89CB-2006-922F60545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3" y="5661025"/>
              <a:ext cx="382587" cy="663575"/>
            </a:xfrm>
            <a:custGeom>
              <a:avLst/>
              <a:gdLst>
                <a:gd name="T0" fmla="*/ 1000 w 1063"/>
                <a:gd name="T1" fmla="*/ 532 h 1845"/>
                <a:gd name="T2" fmla="*/ 719 w 1063"/>
                <a:gd name="T3" fmla="*/ 532 h 1845"/>
                <a:gd name="T4" fmla="*/ 219 w 1063"/>
                <a:gd name="T5" fmla="*/ 1094 h 1845"/>
                <a:gd name="T6" fmla="*/ 219 w 1063"/>
                <a:gd name="T7" fmla="*/ 0 h 1845"/>
                <a:gd name="T8" fmla="*/ 0 w 1063"/>
                <a:gd name="T9" fmla="*/ 0 h 1845"/>
                <a:gd name="T10" fmla="*/ 0 w 1063"/>
                <a:gd name="T11" fmla="*/ 1844 h 1845"/>
                <a:gd name="T12" fmla="*/ 219 w 1063"/>
                <a:gd name="T13" fmla="*/ 1844 h 1845"/>
                <a:gd name="T14" fmla="*/ 219 w 1063"/>
                <a:gd name="T15" fmla="*/ 1188 h 1845"/>
                <a:gd name="T16" fmla="*/ 781 w 1063"/>
                <a:gd name="T17" fmla="*/ 1844 h 1845"/>
                <a:gd name="T18" fmla="*/ 1062 w 1063"/>
                <a:gd name="T19" fmla="*/ 1844 h 1845"/>
                <a:gd name="T20" fmla="*/ 437 w 1063"/>
                <a:gd name="T21" fmla="*/ 1125 h 1845"/>
                <a:gd name="T22" fmla="*/ 1000 w 1063"/>
                <a:gd name="T23" fmla="*/ 532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5">
                  <a:moveTo>
                    <a:pt x="1000" y="532"/>
                  </a:moveTo>
                  <a:lnTo>
                    <a:pt x="719" y="532"/>
                  </a:lnTo>
                  <a:lnTo>
                    <a:pt x="219" y="1094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4"/>
                  </a:lnTo>
                  <a:lnTo>
                    <a:pt x="219" y="1844"/>
                  </a:lnTo>
                  <a:lnTo>
                    <a:pt x="219" y="1188"/>
                  </a:lnTo>
                  <a:lnTo>
                    <a:pt x="781" y="1844"/>
                  </a:lnTo>
                  <a:lnTo>
                    <a:pt x="1062" y="1844"/>
                  </a:lnTo>
                  <a:lnTo>
                    <a:pt x="437" y="1125"/>
                  </a:lnTo>
                  <a:lnTo>
                    <a:pt x="1000" y="53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D3F3BCE2-A253-A844-581E-1B1627872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5840413"/>
              <a:ext cx="371475" cy="495300"/>
            </a:xfrm>
            <a:custGeom>
              <a:avLst/>
              <a:gdLst>
                <a:gd name="T0" fmla="*/ 499 w 1031"/>
                <a:gd name="T1" fmla="*/ 0 h 1376"/>
                <a:gd name="T2" fmla="*/ 499 w 1031"/>
                <a:gd name="T3" fmla="*/ 0 h 1376"/>
                <a:gd name="T4" fmla="*/ 31 w 1031"/>
                <a:gd name="T5" fmla="*/ 375 h 1376"/>
                <a:gd name="T6" fmla="*/ 250 w 1031"/>
                <a:gd name="T7" fmla="*/ 407 h 1376"/>
                <a:gd name="T8" fmla="*/ 499 w 1031"/>
                <a:gd name="T9" fmla="*/ 219 h 1376"/>
                <a:gd name="T10" fmla="*/ 811 w 1031"/>
                <a:gd name="T11" fmla="*/ 469 h 1376"/>
                <a:gd name="T12" fmla="*/ 811 w 1031"/>
                <a:gd name="T13" fmla="*/ 532 h 1376"/>
                <a:gd name="T14" fmla="*/ 592 w 1031"/>
                <a:gd name="T15" fmla="*/ 532 h 1376"/>
                <a:gd name="T16" fmla="*/ 0 w 1031"/>
                <a:gd name="T17" fmla="*/ 969 h 1376"/>
                <a:gd name="T18" fmla="*/ 405 w 1031"/>
                <a:gd name="T19" fmla="*/ 1375 h 1376"/>
                <a:gd name="T20" fmla="*/ 811 w 1031"/>
                <a:gd name="T21" fmla="*/ 1157 h 1376"/>
                <a:gd name="T22" fmla="*/ 842 w 1031"/>
                <a:gd name="T23" fmla="*/ 1344 h 1376"/>
                <a:gd name="T24" fmla="*/ 1030 w 1031"/>
                <a:gd name="T25" fmla="*/ 1344 h 1376"/>
                <a:gd name="T26" fmla="*/ 1030 w 1031"/>
                <a:gd name="T27" fmla="*/ 500 h 1376"/>
                <a:gd name="T28" fmla="*/ 499 w 1031"/>
                <a:gd name="T29" fmla="*/ 0 h 1376"/>
                <a:gd name="T30" fmla="*/ 811 w 1031"/>
                <a:gd name="T31" fmla="*/ 750 h 1376"/>
                <a:gd name="T32" fmla="*/ 811 w 1031"/>
                <a:gd name="T33" fmla="*/ 750 h 1376"/>
                <a:gd name="T34" fmla="*/ 686 w 1031"/>
                <a:gd name="T35" fmla="*/ 1063 h 1376"/>
                <a:gd name="T36" fmla="*/ 436 w 1031"/>
                <a:gd name="T37" fmla="*/ 1157 h 1376"/>
                <a:gd name="T38" fmla="*/ 218 w 1031"/>
                <a:gd name="T39" fmla="*/ 969 h 1376"/>
                <a:gd name="T40" fmla="*/ 561 w 1031"/>
                <a:gd name="T41" fmla="*/ 719 h 1376"/>
                <a:gd name="T42" fmla="*/ 811 w 1031"/>
                <a:gd name="T43" fmla="*/ 719 h 1376"/>
                <a:gd name="T44" fmla="*/ 499 w 1031"/>
                <a:gd name="T45" fmla="*/ 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1" h="1376">
                  <a:moveTo>
                    <a:pt x="499" y="0"/>
                  </a:moveTo>
                  <a:lnTo>
                    <a:pt x="499" y="0"/>
                  </a:lnTo>
                  <a:cubicBezTo>
                    <a:pt x="250" y="0"/>
                    <a:pt x="93" y="157"/>
                    <a:pt x="31" y="375"/>
                  </a:cubicBezTo>
                  <a:cubicBezTo>
                    <a:pt x="250" y="407"/>
                    <a:pt x="250" y="407"/>
                    <a:pt x="250" y="407"/>
                  </a:cubicBezTo>
                  <a:cubicBezTo>
                    <a:pt x="281" y="282"/>
                    <a:pt x="374" y="219"/>
                    <a:pt x="499" y="219"/>
                  </a:cubicBezTo>
                  <a:cubicBezTo>
                    <a:pt x="686" y="219"/>
                    <a:pt x="811" y="313"/>
                    <a:pt x="811" y="469"/>
                  </a:cubicBezTo>
                  <a:cubicBezTo>
                    <a:pt x="811" y="532"/>
                    <a:pt x="811" y="532"/>
                    <a:pt x="811" y="532"/>
                  </a:cubicBezTo>
                  <a:cubicBezTo>
                    <a:pt x="592" y="532"/>
                    <a:pt x="592" y="532"/>
                    <a:pt x="592" y="532"/>
                  </a:cubicBezTo>
                  <a:cubicBezTo>
                    <a:pt x="218" y="532"/>
                    <a:pt x="0" y="688"/>
                    <a:pt x="0" y="969"/>
                  </a:cubicBezTo>
                  <a:cubicBezTo>
                    <a:pt x="0" y="1219"/>
                    <a:pt x="156" y="1375"/>
                    <a:pt x="405" y="1375"/>
                  </a:cubicBezTo>
                  <a:cubicBezTo>
                    <a:pt x="561" y="1375"/>
                    <a:pt x="717" y="1282"/>
                    <a:pt x="811" y="1157"/>
                  </a:cubicBezTo>
                  <a:cubicBezTo>
                    <a:pt x="842" y="1344"/>
                    <a:pt x="842" y="1344"/>
                    <a:pt x="842" y="1344"/>
                  </a:cubicBezTo>
                  <a:cubicBezTo>
                    <a:pt x="1030" y="1344"/>
                    <a:pt x="1030" y="1344"/>
                    <a:pt x="1030" y="1344"/>
                  </a:cubicBezTo>
                  <a:cubicBezTo>
                    <a:pt x="1030" y="500"/>
                    <a:pt x="1030" y="500"/>
                    <a:pt x="1030" y="500"/>
                  </a:cubicBezTo>
                  <a:cubicBezTo>
                    <a:pt x="1030" y="157"/>
                    <a:pt x="811" y="0"/>
                    <a:pt x="499" y="0"/>
                  </a:cubicBezTo>
                  <a:lnTo>
                    <a:pt x="811" y="750"/>
                  </a:lnTo>
                  <a:lnTo>
                    <a:pt x="811" y="750"/>
                  </a:lnTo>
                  <a:cubicBezTo>
                    <a:pt x="811" y="907"/>
                    <a:pt x="749" y="1000"/>
                    <a:pt x="686" y="1063"/>
                  </a:cubicBezTo>
                  <a:cubicBezTo>
                    <a:pt x="624" y="1125"/>
                    <a:pt x="530" y="1157"/>
                    <a:pt x="436" y="1157"/>
                  </a:cubicBezTo>
                  <a:cubicBezTo>
                    <a:pt x="281" y="1157"/>
                    <a:pt x="218" y="1094"/>
                    <a:pt x="218" y="969"/>
                  </a:cubicBezTo>
                  <a:cubicBezTo>
                    <a:pt x="218" y="813"/>
                    <a:pt x="343" y="719"/>
                    <a:pt x="561" y="719"/>
                  </a:cubicBezTo>
                  <a:cubicBezTo>
                    <a:pt x="811" y="719"/>
                    <a:pt x="811" y="719"/>
                    <a:pt x="811" y="719"/>
                  </a:cubicBezTo>
                  <a:lnTo>
                    <a:pt x="49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66D6C53-F688-767B-97CD-64F5E326D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5840413"/>
              <a:ext cx="338138" cy="495300"/>
            </a:xfrm>
            <a:custGeom>
              <a:avLst/>
              <a:gdLst>
                <a:gd name="T0" fmla="*/ 313 w 939"/>
                <a:gd name="T1" fmla="*/ 375 h 1376"/>
                <a:gd name="T2" fmla="*/ 313 w 939"/>
                <a:gd name="T3" fmla="*/ 375 h 1376"/>
                <a:gd name="T4" fmla="*/ 469 w 939"/>
                <a:gd name="T5" fmla="*/ 219 h 1376"/>
                <a:gd name="T6" fmla="*/ 719 w 939"/>
                <a:gd name="T7" fmla="*/ 344 h 1376"/>
                <a:gd name="T8" fmla="*/ 875 w 939"/>
                <a:gd name="T9" fmla="*/ 219 h 1376"/>
                <a:gd name="T10" fmla="*/ 469 w 939"/>
                <a:gd name="T11" fmla="*/ 0 h 1376"/>
                <a:gd name="T12" fmla="*/ 94 w 939"/>
                <a:gd name="T13" fmla="*/ 375 h 1376"/>
                <a:gd name="T14" fmla="*/ 500 w 939"/>
                <a:gd name="T15" fmla="*/ 782 h 1376"/>
                <a:gd name="T16" fmla="*/ 688 w 939"/>
                <a:gd name="T17" fmla="*/ 969 h 1376"/>
                <a:gd name="T18" fmla="*/ 500 w 939"/>
                <a:gd name="T19" fmla="*/ 1157 h 1376"/>
                <a:gd name="T20" fmla="*/ 188 w 939"/>
                <a:gd name="T21" fmla="*/ 907 h 1376"/>
                <a:gd name="T22" fmla="*/ 0 w 939"/>
                <a:gd name="T23" fmla="*/ 1000 h 1376"/>
                <a:gd name="T24" fmla="*/ 500 w 939"/>
                <a:gd name="T25" fmla="*/ 1375 h 1376"/>
                <a:gd name="T26" fmla="*/ 938 w 939"/>
                <a:gd name="T27" fmla="*/ 938 h 1376"/>
                <a:gd name="T28" fmla="*/ 313 w 939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76">
                  <a:moveTo>
                    <a:pt x="313" y="375"/>
                  </a:moveTo>
                  <a:lnTo>
                    <a:pt x="313" y="375"/>
                  </a:lnTo>
                  <a:cubicBezTo>
                    <a:pt x="313" y="282"/>
                    <a:pt x="375" y="219"/>
                    <a:pt x="469" y="219"/>
                  </a:cubicBezTo>
                  <a:cubicBezTo>
                    <a:pt x="563" y="219"/>
                    <a:pt x="625" y="250"/>
                    <a:pt x="719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25" y="0"/>
                    <a:pt x="469" y="0"/>
                  </a:cubicBezTo>
                  <a:cubicBezTo>
                    <a:pt x="250" y="0"/>
                    <a:pt x="94" y="157"/>
                    <a:pt x="94" y="375"/>
                  </a:cubicBezTo>
                  <a:cubicBezTo>
                    <a:pt x="94" y="625"/>
                    <a:pt x="313" y="719"/>
                    <a:pt x="500" y="782"/>
                  </a:cubicBezTo>
                  <a:cubicBezTo>
                    <a:pt x="594" y="813"/>
                    <a:pt x="688" y="875"/>
                    <a:pt x="688" y="969"/>
                  </a:cubicBezTo>
                  <a:cubicBezTo>
                    <a:pt x="688" y="1094"/>
                    <a:pt x="625" y="1157"/>
                    <a:pt x="500" y="1157"/>
                  </a:cubicBezTo>
                  <a:cubicBezTo>
                    <a:pt x="344" y="1157"/>
                    <a:pt x="250" y="1094"/>
                    <a:pt x="188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63" y="1219"/>
                    <a:pt x="250" y="1375"/>
                    <a:pt x="500" y="1375"/>
                  </a:cubicBezTo>
                  <a:cubicBezTo>
                    <a:pt x="750" y="1375"/>
                    <a:pt x="938" y="1219"/>
                    <a:pt x="938" y="938"/>
                  </a:cubicBezTo>
                  <a:cubicBezTo>
                    <a:pt x="938" y="563"/>
                    <a:pt x="313" y="594"/>
                    <a:pt x="313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175CE0D9-0C3A-3337-1710-8D532ACBC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388" y="5840413"/>
              <a:ext cx="338137" cy="495300"/>
            </a:xfrm>
            <a:custGeom>
              <a:avLst/>
              <a:gdLst>
                <a:gd name="T0" fmla="*/ 312 w 938"/>
                <a:gd name="T1" fmla="*/ 375 h 1376"/>
                <a:gd name="T2" fmla="*/ 312 w 938"/>
                <a:gd name="T3" fmla="*/ 375 h 1376"/>
                <a:gd name="T4" fmla="*/ 468 w 938"/>
                <a:gd name="T5" fmla="*/ 219 h 1376"/>
                <a:gd name="T6" fmla="*/ 718 w 938"/>
                <a:gd name="T7" fmla="*/ 344 h 1376"/>
                <a:gd name="T8" fmla="*/ 875 w 938"/>
                <a:gd name="T9" fmla="*/ 219 h 1376"/>
                <a:gd name="T10" fmla="*/ 500 w 938"/>
                <a:gd name="T11" fmla="*/ 0 h 1376"/>
                <a:gd name="T12" fmla="*/ 93 w 938"/>
                <a:gd name="T13" fmla="*/ 375 h 1376"/>
                <a:gd name="T14" fmla="*/ 500 w 938"/>
                <a:gd name="T15" fmla="*/ 782 h 1376"/>
                <a:gd name="T16" fmla="*/ 718 w 938"/>
                <a:gd name="T17" fmla="*/ 969 h 1376"/>
                <a:gd name="T18" fmla="*/ 500 w 938"/>
                <a:gd name="T19" fmla="*/ 1157 h 1376"/>
                <a:gd name="T20" fmla="*/ 187 w 938"/>
                <a:gd name="T21" fmla="*/ 907 h 1376"/>
                <a:gd name="T22" fmla="*/ 0 w 938"/>
                <a:gd name="T23" fmla="*/ 1000 h 1376"/>
                <a:gd name="T24" fmla="*/ 500 w 938"/>
                <a:gd name="T25" fmla="*/ 1375 h 1376"/>
                <a:gd name="T26" fmla="*/ 937 w 938"/>
                <a:gd name="T27" fmla="*/ 938 h 1376"/>
                <a:gd name="T28" fmla="*/ 312 w 938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8" h="1376">
                  <a:moveTo>
                    <a:pt x="312" y="375"/>
                  </a:moveTo>
                  <a:lnTo>
                    <a:pt x="312" y="375"/>
                  </a:lnTo>
                  <a:cubicBezTo>
                    <a:pt x="312" y="282"/>
                    <a:pt x="375" y="219"/>
                    <a:pt x="468" y="219"/>
                  </a:cubicBezTo>
                  <a:cubicBezTo>
                    <a:pt x="562" y="219"/>
                    <a:pt x="625" y="250"/>
                    <a:pt x="718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56" y="0"/>
                    <a:pt x="500" y="0"/>
                  </a:cubicBezTo>
                  <a:cubicBezTo>
                    <a:pt x="249" y="0"/>
                    <a:pt x="93" y="157"/>
                    <a:pt x="93" y="375"/>
                  </a:cubicBezTo>
                  <a:cubicBezTo>
                    <a:pt x="93" y="625"/>
                    <a:pt x="312" y="719"/>
                    <a:pt x="500" y="782"/>
                  </a:cubicBezTo>
                  <a:cubicBezTo>
                    <a:pt x="625" y="813"/>
                    <a:pt x="718" y="875"/>
                    <a:pt x="718" y="969"/>
                  </a:cubicBezTo>
                  <a:cubicBezTo>
                    <a:pt x="718" y="1094"/>
                    <a:pt x="625" y="1157"/>
                    <a:pt x="500" y="1157"/>
                  </a:cubicBezTo>
                  <a:cubicBezTo>
                    <a:pt x="375" y="1157"/>
                    <a:pt x="249" y="1094"/>
                    <a:pt x="187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3" y="1219"/>
                    <a:pt x="249" y="1375"/>
                    <a:pt x="500" y="1375"/>
                  </a:cubicBezTo>
                  <a:cubicBezTo>
                    <a:pt x="750" y="1375"/>
                    <a:pt x="937" y="1219"/>
                    <a:pt x="937" y="938"/>
                  </a:cubicBezTo>
                  <a:cubicBezTo>
                    <a:pt x="937" y="563"/>
                    <a:pt x="312" y="594"/>
                    <a:pt x="312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0F182109-9ED7-44DD-3592-6A43CA7AE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868363"/>
              <a:ext cx="2947987" cy="3622675"/>
            </a:xfrm>
            <a:custGeom>
              <a:avLst/>
              <a:gdLst>
                <a:gd name="T0" fmla="*/ 4093 w 8188"/>
                <a:gd name="T1" fmla="*/ 1625 h 10062"/>
                <a:gd name="T2" fmla="*/ 6905 w 8188"/>
                <a:gd name="T3" fmla="*/ 10061 h 10062"/>
                <a:gd name="T4" fmla="*/ 8187 w 8188"/>
                <a:gd name="T5" fmla="*/ 10061 h 10062"/>
                <a:gd name="T6" fmla="*/ 4687 w 8188"/>
                <a:gd name="T7" fmla="*/ 0 h 10062"/>
                <a:gd name="T8" fmla="*/ 3500 w 8188"/>
                <a:gd name="T9" fmla="*/ 0 h 10062"/>
                <a:gd name="T10" fmla="*/ 0 w 8188"/>
                <a:gd name="T11" fmla="*/ 10061 h 10062"/>
                <a:gd name="T12" fmla="*/ 1281 w 8188"/>
                <a:gd name="T13" fmla="*/ 10061 h 10062"/>
                <a:gd name="T14" fmla="*/ 4093 w 8188"/>
                <a:gd name="T15" fmla="*/ 1625 h 10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88" h="10062">
                  <a:moveTo>
                    <a:pt x="4093" y="1625"/>
                  </a:moveTo>
                  <a:lnTo>
                    <a:pt x="6905" y="10061"/>
                  </a:lnTo>
                  <a:lnTo>
                    <a:pt x="8187" y="10061"/>
                  </a:lnTo>
                  <a:lnTo>
                    <a:pt x="4687" y="0"/>
                  </a:lnTo>
                  <a:lnTo>
                    <a:pt x="3500" y="0"/>
                  </a:lnTo>
                  <a:lnTo>
                    <a:pt x="0" y="10061"/>
                  </a:lnTo>
                  <a:lnTo>
                    <a:pt x="1281" y="10061"/>
                  </a:lnTo>
                  <a:lnTo>
                    <a:pt x="4093" y="162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A6689BDC-3F1A-F16D-E500-2BCEF99A1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0638" y="2770188"/>
              <a:ext cx="3295650" cy="1068387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989FCF4B-1EF7-C690-4D93-38FB588D8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0545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7FD65505-FE99-73D3-5462-26DCE8C1B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6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3F129776-97DF-1A12-821D-32ACDF979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9765" y="5856056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</p:grpSp>
      <p:sp>
        <p:nvSpPr>
          <p:cNvPr id="54" name="Pladsholder til tekst 28">
            <a:extLst>
              <a:ext uri="{FF2B5EF4-FFF2-40B4-BE49-F238E27FC236}">
                <a16:creationId xmlns:a16="http://schemas.microsoft.com/office/drawing/2014/main" id="{A156E085-40F0-370B-FC5A-E94F71B525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00244" y="3680576"/>
            <a:ext cx="6120000" cy="360744"/>
          </a:xfrm>
          <a:prstGeom prst="rect">
            <a:avLst/>
          </a:prstGeom>
        </p:spPr>
        <p:txBody>
          <a:bodyPr lIns="0" tIns="0" rIns="0" bIns="0"/>
          <a:lstStyle>
            <a:lvl1pPr marL="13" indent="0" algn="ctr">
              <a:lnSpc>
                <a:spcPts val="2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1"/>
                </a:solidFill>
                <a:latin typeface="Apercu Pro" panose="020B0503050601040103" pitchFamily="34" charset="0"/>
              </a:defRPr>
            </a:lvl1pPr>
            <a:lvl2pPr indent="0" algn="l">
              <a:lnSpc>
                <a:spcPts val="2000"/>
              </a:lnSpc>
              <a:buFontTx/>
              <a:buNone/>
              <a:defRPr sz="1400" b="0" i="0">
                <a:latin typeface="Apercu Light" panose="02000506030000020004" pitchFamily="2" charset="77"/>
              </a:defRPr>
            </a:lvl2pPr>
            <a:lvl3pPr indent="0" algn="l">
              <a:lnSpc>
                <a:spcPts val="2000"/>
              </a:lnSpc>
              <a:buFontTx/>
              <a:buNone/>
              <a:defRPr sz="1400" b="0" i="0">
                <a:latin typeface="Apercu Light" panose="02000506030000020004" pitchFamily="2" charset="77"/>
              </a:defRPr>
            </a:lvl3pPr>
            <a:lvl4pPr indent="0" algn="l">
              <a:lnSpc>
                <a:spcPts val="2000"/>
              </a:lnSpc>
              <a:buFontTx/>
              <a:buNone/>
              <a:defRPr sz="1400" b="0" i="0">
                <a:latin typeface="Apercu Light" panose="02000506030000020004" pitchFamily="2" charset="77"/>
              </a:defRPr>
            </a:lvl4pPr>
            <a:lvl5pPr indent="0" algn="l">
              <a:lnSpc>
                <a:spcPts val="2000"/>
              </a:lnSpc>
              <a:buFontTx/>
              <a:buNone/>
              <a:defRPr sz="1400" b="0" i="0">
                <a:latin typeface="Apercu Light" panose="02000506030000020004" pitchFamily="2" charset="77"/>
              </a:defRPr>
            </a:lvl5pPr>
          </a:lstStyle>
          <a:p>
            <a:pPr lvl="0"/>
            <a:r>
              <a:rPr lang="da-DK" dirty="0"/>
              <a:t>Indsæt navn på oplægsholder</a:t>
            </a:r>
          </a:p>
        </p:txBody>
      </p:sp>
      <p:sp>
        <p:nvSpPr>
          <p:cNvPr id="55" name="Pladsholder til tekst 37">
            <a:extLst>
              <a:ext uri="{FF2B5EF4-FFF2-40B4-BE49-F238E27FC236}">
                <a16:creationId xmlns:a16="http://schemas.microsoft.com/office/drawing/2014/main" id="{4EABF7CF-181F-9906-3B53-8E156CB9F4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00338" y="1619788"/>
            <a:ext cx="6119813" cy="1179810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1152053" rtl="0" eaLnBrk="1" latinLnBrk="0" hangingPunct="1">
              <a:lnSpc>
                <a:spcPts val="7000"/>
              </a:lnSpc>
              <a:spcBef>
                <a:spcPts val="0"/>
              </a:spcBef>
              <a:buFont typeface="Arial" panose="020B0604020202020204" pitchFamily="34" charset="0"/>
              <a:buNone/>
              <a:defRPr lang="da-DK" sz="6000" b="1" i="0" kern="1200" dirty="0" smtClean="0">
                <a:solidFill>
                  <a:schemeClr val="tx1"/>
                </a:solidFill>
                <a:latin typeface="Apercu Pro Black" panose="020B0503050601040103" pitchFamily="34" charset="0"/>
                <a:ea typeface="+mn-ea"/>
                <a:cs typeface="+mn-cs"/>
              </a:defRPr>
            </a:lvl1pPr>
            <a:lvl2pPr marL="576026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2pPr>
            <a:lvl3pPr marL="1152053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3pPr>
            <a:lvl4pPr marL="1728079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4pPr>
            <a:lvl5pPr marL="2304105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da-DK" dirty="0"/>
              <a:t>Indsæt overskrift her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7C41C48-F59A-B6AB-4EE1-380AD31EE4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2488" y="5229546"/>
            <a:ext cx="1728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280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ne Slide Mø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415E513E-489F-250E-9BCD-964A0FE5C70C}"/>
              </a:ext>
            </a:extLst>
          </p:cNvPr>
          <p:cNvSpPr/>
          <p:nvPr userDrawn="1"/>
        </p:nvSpPr>
        <p:spPr>
          <a:xfrm>
            <a:off x="0" y="0"/>
            <a:ext cx="11520488" cy="64804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5" name="Pladsholder til tekst 37">
            <a:extLst>
              <a:ext uri="{FF2B5EF4-FFF2-40B4-BE49-F238E27FC236}">
                <a16:creationId xmlns:a16="http://schemas.microsoft.com/office/drawing/2014/main" id="{4EABF7CF-181F-9906-3B53-8E156CB9F4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59794" y="1619884"/>
            <a:ext cx="7200900" cy="324040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 defTabSz="1152053" rtl="0" eaLnBrk="1" latinLnBrk="0" hangingPunct="1">
              <a:lnSpc>
                <a:spcPts val="4800"/>
              </a:lnSpc>
              <a:spcBef>
                <a:spcPts val="0"/>
              </a:spcBef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bg1"/>
                </a:solidFill>
                <a:latin typeface="Apercu Pro Black" panose="020B0503050601040103" pitchFamily="34" charset="0"/>
                <a:ea typeface="+mn-ea"/>
                <a:cs typeface="+mn-cs"/>
              </a:defRPr>
            </a:lvl1pPr>
            <a:lvl2pPr marL="576026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2pPr>
            <a:lvl3pPr marL="1152053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3pPr>
            <a:lvl4pPr marL="1728079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4pPr>
            <a:lvl5pPr marL="2304105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5pPr>
          </a:lstStyle>
          <a:p>
            <a:r>
              <a:rPr lang="da-DK" sz="4000" dirty="0">
                <a:solidFill>
                  <a:schemeClr val="bg1"/>
                </a:solidFill>
                <a:latin typeface="Apercu Pro Black" panose="020B0A03050601040103" pitchFamily="34" charset="0"/>
              </a:rPr>
              <a:t>Dette er et slide du kan smide ind som intro på et nyt emne, du kan også foreslå en pause.</a:t>
            </a:r>
          </a:p>
        </p:txBody>
      </p:sp>
      <p:sp>
        <p:nvSpPr>
          <p:cNvPr id="2" name="Kombinationstegning 1">
            <a:extLst>
              <a:ext uri="{FF2B5EF4-FFF2-40B4-BE49-F238E27FC236}">
                <a16:creationId xmlns:a16="http://schemas.microsoft.com/office/drawing/2014/main" id="{B2F6A260-5FA1-D290-AB02-AE9DB6BB8F59}"/>
              </a:ext>
            </a:extLst>
          </p:cNvPr>
          <p:cNvSpPr/>
          <p:nvPr userDrawn="1"/>
        </p:nvSpPr>
        <p:spPr>
          <a:xfrm>
            <a:off x="8638120" y="0"/>
            <a:ext cx="2882369" cy="1669574"/>
          </a:xfrm>
          <a:custGeom>
            <a:avLst/>
            <a:gdLst>
              <a:gd name="connsiteX0" fmla="*/ 0 w 2882369"/>
              <a:gd name="connsiteY0" fmla="*/ 0 h 1669574"/>
              <a:gd name="connsiteX1" fmla="*/ 2882369 w 2882369"/>
              <a:gd name="connsiteY1" fmla="*/ 0 h 1669574"/>
              <a:gd name="connsiteX2" fmla="*/ 2882369 w 2882369"/>
              <a:gd name="connsiteY2" fmla="*/ 1522057 h 1669574"/>
              <a:gd name="connsiteX3" fmla="*/ 2771969 w 2882369"/>
              <a:gd name="connsiteY3" fmla="*/ 1508059 h 1669574"/>
              <a:gd name="connsiteX4" fmla="*/ 376024 w 2882369"/>
              <a:gd name="connsiteY4" fmla="*/ 1669574 h 1669574"/>
              <a:gd name="connsiteX5" fmla="*/ 16633 w 2882369"/>
              <a:gd name="connsiteY5" fmla="*/ 73854 h 1669574"/>
              <a:gd name="connsiteX6" fmla="*/ 0 w 2882369"/>
              <a:gd name="connsiteY6" fmla="*/ 0 h 166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2369" h="1669574">
                <a:moveTo>
                  <a:pt x="0" y="0"/>
                </a:moveTo>
                <a:lnTo>
                  <a:pt x="2882369" y="0"/>
                </a:lnTo>
                <a:lnTo>
                  <a:pt x="2882369" y="1522057"/>
                </a:lnTo>
                <a:lnTo>
                  <a:pt x="2771969" y="1508059"/>
                </a:lnTo>
                <a:cubicBezTo>
                  <a:pt x="1976361" y="1429290"/>
                  <a:pt x="1166984" y="1481483"/>
                  <a:pt x="376024" y="1669574"/>
                </a:cubicBezTo>
                <a:cubicBezTo>
                  <a:pt x="184747" y="820292"/>
                  <a:pt x="77154" y="342572"/>
                  <a:pt x="16633" y="738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3" name="Kombinationstegning 2">
            <a:extLst>
              <a:ext uri="{FF2B5EF4-FFF2-40B4-BE49-F238E27FC236}">
                <a16:creationId xmlns:a16="http://schemas.microsoft.com/office/drawing/2014/main" id="{FD42E232-7ABD-7065-D63D-1B75489449EF}"/>
              </a:ext>
            </a:extLst>
          </p:cNvPr>
          <p:cNvSpPr/>
          <p:nvPr userDrawn="1"/>
        </p:nvSpPr>
        <p:spPr>
          <a:xfrm>
            <a:off x="0" y="4746004"/>
            <a:ext cx="2445964" cy="1734171"/>
          </a:xfrm>
          <a:custGeom>
            <a:avLst/>
            <a:gdLst>
              <a:gd name="connsiteX0" fmla="*/ 0 w 2445964"/>
              <a:gd name="connsiteY0" fmla="*/ 0 h 1734171"/>
              <a:gd name="connsiteX1" fmla="*/ 199421 w 2445964"/>
              <a:gd name="connsiteY1" fmla="*/ 31023 h 1734171"/>
              <a:gd name="connsiteX2" fmla="*/ 2205440 w 2445964"/>
              <a:gd name="connsiteY2" fmla="*/ 7518 h 1734171"/>
              <a:gd name="connsiteX3" fmla="*/ 2445658 w 2445964"/>
              <a:gd name="connsiteY3" fmla="*/ 1731977 h 1734171"/>
              <a:gd name="connsiteX4" fmla="*/ 2445964 w 2445964"/>
              <a:gd name="connsiteY4" fmla="*/ 1734171 h 1734171"/>
              <a:gd name="connsiteX5" fmla="*/ 0 w 2445964"/>
              <a:gd name="connsiteY5" fmla="*/ 1734171 h 1734171"/>
              <a:gd name="connsiteX6" fmla="*/ 0 w 2445964"/>
              <a:gd name="connsiteY6" fmla="*/ 0 h 1734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45964" h="1734171">
                <a:moveTo>
                  <a:pt x="0" y="0"/>
                </a:moveTo>
                <a:lnTo>
                  <a:pt x="199421" y="31023"/>
                </a:lnTo>
                <a:cubicBezTo>
                  <a:pt x="860788" y="115370"/>
                  <a:pt x="1535569" y="108998"/>
                  <a:pt x="2205440" y="7518"/>
                </a:cubicBezTo>
                <a:cubicBezTo>
                  <a:pt x="2342708" y="992923"/>
                  <a:pt x="2411341" y="1485626"/>
                  <a:pt x="2445658" y="1731977"/>
                </a:cubicBezTo>
                <a:lnTo>
                  <a:pt x="2445964" y="1734171"/>
                </a:lnTo>
                <a:lnTo>
                  <a:pt x="0" y="17341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grpSp>
        <p:nvGrpSpPr>
          <p:cNvPr id="5" name="Gruppe 4">
            <a:extLst>
              <a:ext uri="{FF2B5EF4-FFF2-40B4-BE49-F238E27FC236}">
                <a16:creationId xmlns:a16="http://schemas.microsoft.com/office/drawing/2014/main" id="{41A12577-4D36-8B66-F1A9-7A6BC18013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21500" y="5220402"/>
            <a:ext cx="579374" cy="540000"/>
            <a:chOff x="1255713" y="868363"/>
            <a:chExt cx="5884862" cy="5471880"/>
          </a:xfrm>
          <a:solidFill>
            <a:schemeClr val="bg1"/>
          </a:solidFill>
        </p:grpSpPr>
        <p:sp>
          <p:nvSpPr>
            <p:cNvPr id="6" name="Freeform 1">
              <a:extLst>
                <a:ext uri="{FF2B5EF4-FFF2-40B4-BE49-F238E27FC236}">
                  <a16:creationId xmlns:a16="http://schemas.microsoft.com/office/drawing/2014/main" id="{3CEEE01E-C77F-7595-7F6C-BC12EDED0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713" y="482758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44 h 1813"/>
                <a:gd name="T8" fmla="*/ 1094 w 1501"/>
                <a:gd name="T9" fmla="*/ 1344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125 h 1813"/>
                <a:gd name="T20" fmla="*/ 750 w 1501"/>
                <a:gd name="T21" fmla="*/ 281 h 1813"/>
                <a:gd name="T22" fmla="*/ 1031 w 1501"/>
                <a:gd name="T23" fmla="*/ 1125 h 1813"/>
                <a:gd name="T24" fmla="*/ 469 w 1501"/>
                <a:gd name="T25" fmla="*/ 1125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44"/>
                  </a:lnTo>
                  <a:lnTo>
                    <a:pt x="1094" y="1344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125"/>
                  </a:moveTo>
                  <a:lnTo>
                    <a:pt x="750" y="281"/>
                  </a:lnTo>
                  <a:lnTo>
                    <a:pt x="1031" y="1125"/>
                  </a:lnTo>
                  <a:lnTo>
                    <a:pt x="469" y="112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7" name="Freeform 2">
              <a:extLst>
                <a:ext uri="{FF2B5EF4-FFF2-40B4-BE49-F238E27FC236}">
                  <a16:creationId xmlns:a16="http://schemas.microsoft.com/office/drawing/2014/main" id="{B078D7A9-EF14-4100-4B45-2C78D8BA6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500" y="4816475"/>
              <a:ext cx="382588" cy="663575"/>
            </a:xfrm>
            <a:custGeom>
              <a:avLst/>
              <a:gdLst>
                <a:gd name="T0" fmla="*/ 1031 w 1064"/>
                <a:gd name="T1" fmla="*/ 531 h 1844"/>
                <a:gd name="T2" fmla="*/ 750 w 1064"/>
                <a:gd name="T3" fmla="*/ 531 h 1844"/>
                <a:gd name="T4" fmla="*/ 219 w 1064"/>
                <a:gd name="T5" fmla="*/ 1093 h 1844"/>
                <a:gd name="T6" fmla="*/ 219 w 1064"/>
                <a:gd name="T7" fmla="*/ 0 h 1844"/>
                <a:gd name="T8" fmla="*/ 0 w 1064"/>
                <a:gd name="T9" fmla="*/ 0 h 1844"/>
                <a:gd name="T10" fmla="*/ 0 w 1064"/>
                <a:gd name="T11" fmla="*/ 1843 h 1844"/>
                <a:gd name="T12" fmla="*/ 219 w 1064"/>
                <a:gd name="T13" fmla="*/ 1843 h 1844"/>
                <a:gd name="T14" fmla="*/ 219 w 1064"/>
                <a:gd name="T15" fmla="*/ 1187 h 1844"/>
                <a:gd name="T16" fmla="*/ 781 w 1064"/>
                <a:gd name="T17" fmla="*/ 1843 h 1844"/>
                <a:gd name="T18" fmla="*/ 1063 w 1064"/>
                <a:gd name="T19" fmla="*/ 1843 h 1844"/>
                <a:gd name="T20" fmla="*/ 469 w 1064"/>
                <a:gd name="T21" fmla="*/ 1156 h 1844"/>
                <a:gd name="T22" fmla="*/ 1031 w 1064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4" h="1844">
                  <a:moveTo>
                    <a:pt x="1031" y="531"/>
                  </a:moveTo>
                  <a:lnTo>
                    <a:pt x="750" y="531"/>
                  </a:lnTo>
                  <a:lnTo>
                    <a:pt x="219" y="1093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9" y="1843"/>
                  </a:lnTo>
                  <a:lnTo>
                    <a:pt x="219" y="1187"/>
                  </a:lnTo>
                  <a:lnTo>
                    <a:pt x="781" y="1843"/>
                  </a:lnTo>
                  <a:lnTo>
                    <a:pt x="1063" y="1843"/>
                  </a:lnTo>
                  <a:lnTo>
                    <a:pt x="469" y="1156"/>
                  </a:lnTo>
                  <a:lnTo>
                    <a:pt x="1031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3AD6367A-2388-73EF-DCEE-70BE9840D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200" y="5008563"/>
              <a:ext cx="371475" cy="484187"/>
            </a:xfrm>
            <a:custGeom>
              <a:avLst/>
              <a:gdLst>
                <a:gd name="T0" fmla="*/ 531 w 1032"/>
                <a:gd name="T1" fmla="*/ 0 h 1345"/>
                <a:gd name="T2" fmla="*/ 531 w 1032"/>
                <a:gd name="T3" fmla="*/ 0 h 1345"/>
                <a:gd name="T4" fmla="*/ 62 w 1032"/>
                <a:gd name="T5" fmla="*/ 344 h 1345"/>
                <a:gd name="T6" fmla="*/ 250 w 1032"/>
                <a:gd name="T7" fmla="*/ 406 h 1345"/>
                <a:gd name="T8" fmla="*/ 531 w 1032"/>
                <a:gd name="T9" fmla="*/ 187 h 1345"/>
                <a:gd name="T10" fmla="*/ 812 w 1032"/>
                <a:gd name="T11" fmla="*/ 469 h 1345"/>
                <a:gd name="T12" fmla="*/ 812 w 1032"/>
                <a:gd name="T13" fmla="*/ 500 h 1345"/>
                <a:gd name="T14" fmla="*/ 594 w 1032"/>
                <a:gd name="T15" fmla="*/ 500 h 1345"/>
                <a:gd name="T16" fmla="*/ 0 w 1032"/>
                <a:gd name="T17" fmla="*/ 937 h 1345"/>
                <a:gd name="T18" fmla="*/ 406 w 1032"/>
                <a:gd name="T19" fmla="*/ 1344 h 1345"/>
                <a:gd name="T20" fmla="*/ 812 w 1032"/>
                <a:gd name="T21" fmla="*/ 1125 h 1345"/>
                <a:gd name="T22" fmla="*/ 875 w 1032"/>
                <a:gd name="T23" fmla="*/ 1312 h 1345"/>
                <a:gd name="T24" fmla="*/ 1031 w 1032"/>
                <a:gd name="T25" fmla="*/ 1312 h 1345"/>
                <a:gd name="T26" fmla="*/ 1031 w 1032"/>
                <a:gd name="T27" fmla="*/ 469 h 1345"/>
                <a:gd name="T28" fmla="*/ 531 w 1032"/>
                <a:gd name="T29" fmla="*/ 0 h 1345"/>
                <a:gd name="T30" fmla="*/ 812 w 1032"/>
                <a:gd name="T31" fmla="*/ 750 h 1345"/>
                <a:gd name="T32" fmla="*/ 812 w 1032"/>
                <a:gd name="T33" fmla="*/ 750 h 1345"/>
                <a:gd name="T34" fmla="*/ 719 w 1032"/>
                <a:gd name="T35" fmla="*/ 1062 h 1345"/>
                <a:gd name="T36" fmla="*/ 437 w 1032"/>
                <a:gd name="T37" fmla="*/ 1156 h 1345"/>
                <a:gd name="T38" fmla="*/ 219 w 1032"/>
                <a:gd name="T39" fmla="*/ 937 h 1345"/>
                <a:gd name="T40" fmla="*/ 594 w 1032"/>
                <a:gd name="T41" fmla="*/ 719 h 1345"/>
                <a:gd name="T42" fmla="*/ 812 w 1032"/>
                <a:gd name="T43" fmla="*/ 719 h 1345"/>
                <a:gd name="T44" fmla="*/ 531 w 1032"/>
                <a:gd name="T45" fmla="*/ 0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2" h="1345">
                  <a:moveTo>
                    <a:pt x="531" y="0"/>
                  </a:moveTo>
                  <a:lnTo>
                    <a:pt x="531" y="0"/>
                  </a:lnTo>
                  <a:cubicBezTo>
                    <a:pt x="281" y="0"/>
                    <a:pt x="94" y="125"/>
                    <a:pt x="62" y="344"/>
                  </a:cubicBezTo>
                  <a:cubicBezTo>
                    <a:pt x="250" y="406"/>
                    <a:pt x="250" y="406"/>
                    <a:pt x="250" y="406"/>
                  </a:cubicBezTo>
                  <a:cubicBezTo>
                    <a:pt x="281" y="250"/>
                    <a:pt x="375" y="187"/>
                    <a:pt x="531" y="187"/>
                  </a:cubicBezTo>
                  <a:cubicBezTo>
                    <a:pt x="719" y="187"/>
                    <a:pt x="812" y="281"/>
                    <a:pt x="812" y="469"/>
                  </a:cubicBezTo>
                  <a:cubicBezTo>
                    <a:pt x="812" y="500"/>
                    <a:pt x="812" y="500"/>
                    <a:pt x="812" y="500"/>
                  </a:cubicBezTo>
                  <a:cubicBezTo>
                    <a:pt x="594" y="500"/>
                    <a:pt x="594" y="500"/>
                    <a:pt x="594" y="500"/>
                  </a:cubicBezTo>
                  <a:cubicBezTo>
                    <a:pt x="219" y="500"/>
                    <a:pt x="0" y="656"/>
                    <a:pt x="0" y="937"/>
                  </a:cubicBezTo>
                  <a:cubicBezTo>
                    <a:pt x="0" y="1219"/>
                    <a:pt x="187" y="1344"/>
                    <a:pt x="406" y="1344"/>
                  </a:cubicBezTo>
                  <a:cubicBezTo>
                    <a:pt x="594" y="1344"/>
                    <a:pt x="719" y="1281"/>
                    <a:pt x="812" y="1125"/>
                  </a:cubicBezTo>
                  <a:cubicBezTo>
                    <a:pt x="875" y="1312"/>
                    <a:pt x="875" y="1312"/>
                    <a:pt x="875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69"/>
                    <a:pt x="1031" y="469"/>
                    <a:pt x="1031" y="469"/>
                  </a:cubicBezTo>
                  <a:cubicBezTo>
                    <a:pt x="1031" y="156"/>
                    <a:pt x="844" y="0"/>
                    <a:pt x="531" y="0"/>
                  </a:cubicBezTo>
                  <a:lnTo>
                    <a:pt x="812" y="750"/>
                  </a:lnTo>
                  <a:lnTo>
                    <a:pt x="812" y="750"/>
                  </a:lnTo>
                  <a:cubicBezTo>
                    <a:pt x="812" y="875"/>
                    <a:pt x="781" y="969"/>
                    <a:pt x="719" y="1062"/>
                  </a:cubicBezTo>
                  <a:cubicBezTo>
                    <a:pt x="625" y="1125"/>
                    <a:pt x="531" y="1156"/>
                    <a:pt x="437" y="1156"/>
                  </a:cubicBezTo>
                  <a:cubicBezTo>
                    <a:pt x="312" y="1156"/>
                    <a:pt x="219" y="1062"/>
                    <a:pt x="219" y="937"/>
                  </a:cubicBezTo>
                  <a:cubicBezTo>
                    <a:pt x="219" y="781"/>
                    <a:pt x="344" y="719"/>
                    <a:pt x="594" y="719"/>
                  </a:cubicBezTo>
                  <a:cubicBezTo>
                    <a:pt x="812" y="719"/>
                    <a:pt x="812" y="719"/>
                    <a:pt x="812" y="719"/>
                  </a:cubicBezTo>
                  <a:lnTo>
                    <a:pt x="531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4F5A992-F259-5E32-330A-2A740C986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816475"/>
              <a:ext cx="427037" cy="674688"/>
            </a:xfrm>
            <a:custGeom>
              <a:avLst/>
              <a:gdLst>
                <a:gd name="T0" fmla="*/ 562 w 1188"/>
                <a:gd name="T1" fmla="*/ 1875 h 1876"/>
                <a:gd name="T2" fmla="*/ 562 w 1188"/>
                <a:gd name="T3" fmla="*/ 1875 h 1876"/>
                <a:gd name="T4" fmla="*/ 969 w 1188"/>
                <a:gd name="T5" fmla="*/ 1687 h 1876"/>
                <a:gd name="T6" fmla="*/ 969 w 1188"/>
                <a:gd name="T7" fmla="*/ 1843 h 1876"/>
                <a:gd name="T8" fmla="*/ 1187 w 1188"/>
                <a:gd name="T9" fmla="*/ 1843 h 1876"/>
                <a:gd name="T10" fmla="*/ 1187 w 1188"/>
                <a:gd name="T11" fmla="*/ 0 h 1876"/>
                <a:gd name="T12" fmla="*/ 969 w 1188"/>
                <a:gd name="T13" fmla="*/ 0 h 1876"/>
                <a:gd name="T14" fmla="*/ 969 w 1188"/>
                <a:gd name="T15" fmla="*/ 687 h 1876"/>
                <a:gd name="T16" fmla="*/ 812 w 1188"/>
                <a:gd name="T17" fmla="*/ 562 h 1876"/>
                <a:gd name="T18" fmla="*/ 562 w 1188"/>
                <a:gd name="T19" fmla="*/ 531 h 1876"/>
                <a:gd name="T20" fmla="*/ 0 w 1188"/>
                <a:gd name="T21" fmla="*/ 1187 h 1876"/>
                <a:gd name="T22" fmla="*/ 562 w 1188"/>
                <a:gd name="T23" fmla="*/ 1875 h 1876"/>
                <a:gd name="T24" fmla="*/ 594 w 1188"/>
                <a:gd name="T25" fmla="*/ 718 h 1876"/>
                <a:gd name="T26" fmla="*/ 594 w 1188"/>
                <a:gd name="T27" fmla="*/ 718 h 1876"/>
                <a:gd name="T28" fmla="*/ 969 w 1188"/>
                <a:gd name="T29" fmla="*/ 1187 h 1876"/>
                <a:gd name="T30" fmla="*/ 594 w 1188"/>
                <a:gd name="T31" fmla="*/ 1687 h 1876"/>
                <a:gd name="T32" fmla="*/ 219 w 1188"/>
                <a:gd name="T33" fmla="*/ 1187 h 1876"/>
                <a:gd name="T34" fmla="*/ 594 w 1188"/>
                <a:gd name="T35" fmla="*/ 718 h 1876"/>
                <a:gd name="T36" fmla="*/ 562 w 1188"/>
                <a:gd name="T37" fmla="*/ 1875 h 1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88" h="1876">
                  <a:moveTo>
                    <a:pt x="562" y="1875"/>
                  </a:moveTo>
                  <a:lnTo>
                    <a:pt x="562" y="1875"/>
                  </a:lnTo>
                  <a:cubicBezTo>
                    <a:pt x="719" y="1875"/>
                    <a:pt x="906" y="1781"/>
                    <a:pt x="969" y="1687"/>
                  </a:cubicBezTo>
                  <a:cubicBezTo>
                    <a:pt x="969" y="1843"/>
                    <a:pt x="969" y="1843"/>
                    <a:pt x="969" y="1843"/>
                  </a:cubicBezTo>
                  <a:cubicBezTo>
                    <a:pt x="1187" y="1843"/>
                    <a:pt x="1187" y="1843"/>
                    <a:pt x="1187" y="1843"/>
                  </a:cubicBezTo>
                  <a:cubicBezTo>
                    <a:pt x="1187" y="0"/>
                    <a:pt x="1187" y="0"/>
                    <a:pt x="1187" y="0"/>
                  </a:cubicBezTo>
                  <a:cubicBezTo>
                    <a:pt x="969" y="0"/>
                    <a:pt x="969" y="0"/>
                    <a:pt x="969" y="0"/>
                  </a:cubicBezTo>
                  <a:cubicBezTo>
                    <a:pt x="969" y="687"/>
                    <a:pt x="969" y="687"/>
                    <a:pt x="969" y="687"/>
                  </a:cubicBezTo>
                  <a:cubicBezTo>
                    <a:pt x="937" y="656"/>
                    <a:pt x="875" y="625"/>
                    <a:pt x="812" y="562"/>
                  </a:cubicBezTo>
                  <a:cubicBezTo>
                    <a:pt x="719" y="531"/>
                    <a:pt x="656" y="531"/>
                    <a:pt x="562" y="531"/>
                  </a:cubicBezTo>
                  <a:cubicBezTo>
                    <a:pt x="187" y="531"/>
                    <a:pt x="0" y="781"/>
                    <a:pt x="0" y="1187"/>
                  </a:cubicBezTo>
                  <a:cubicBezTo>
                    <a:pt x="0" y="1593"/>
                    <a:pt x="187" y="1875"/>
                    <a:pt x="562" y="1875"/>
                  </a:cubicBezTo>
                  <a:lnTo>
                    <a:pt x="594" y="718"/>
                  </a:lnTo>
                  <a:lnTo>
                    <a:pt x="594" y="718"/>
                  </a:lnTo>
                  <a:cubicBezTo>
                    <a:pt x="844" y="718"/>
                    <a:pt x="969" y="906"/>
                    <a:pt x="969" y="1187"/>
                  </a:cubicBezTo>
                  <a:cubicBezTo>
                    <a:pt x="969" y="1468"/>
                    <a:pt x="844" y="1687"/>
                    <a:pt x="594" y="1687"/>
                  </a:cubicBezTo>
                  <a:cubicBezTo>
                    <a:pt x="375" y="1687"/>
                    <a:pt x="219" y="1468"/>
                    <a:pt x="219" y="1187"/>
                  </a:cubicBezTo>
                  <a:cubicBezTo>
                    <a:pt x="219" y="906"/>
                    <a:pt x="375" y="718"/>
                    <a:pt x="594" y="718"/>
                  </a:cubicBezTo>
                  <a:lnTo>
                    <a:pt x="562" y="187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BBB0C3E-8BB5-D2F9-4C93-E36154CFB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5008563"/>
              <a:ext cx="641350" cy="473075"/>
            </a:xfrm>
            <a:custGeom>
              <a:avLst/>
              <a:gdLst>
                <a:gd name="T0" fmla="*/ 1780 w 1781"/>
                <a:gd name="T1" fmla="*/ 1312 h 1313"/>
                <a:gd name="T2" fmla="*/ 1780 w 1781"/>
                <a:gd name="T3" fmla="*/ 1312 h 1313"/>
                <a:gd name="T4" fmla="*/ 1780 w 1781"/>
                <a:gd name="T5" fmla="*/ 406 h 1313"/>
                <a:gd name="T6" fmla="*/ 1405 w 1781"/>
                <a:gd name="T7" fmla="*/ 0 h 1313"/>
                <a:gd name="T8" fmla="*/ 968 w 1781"/>
                <a:gd name="T9" fmla="*/ 250 h 1313"/>
                <a:gd name="T10" fmla="*/ 625 w 1781"/>
                <a:gd name="T11" fmla="*/ 0 h 1313"/>
                <a:gd name="T12" fmla="*/ 218 w 1781"/>
                <a:gd name="T13" fmla="*/ 250 h 1313"/>
                <a:gd name="T14" fmla="*/ 218 w 1781"/>
                <a:gd name="T15" fmla="*/ 0 h 1313"/>
                <a:gd name="T16" fmla="*/ 0 w 1781"/>
                <a:gd name="T17" fmla="*/ 0 h 1313"/>
                <a:gd name="T18" fmla="*/ 0 w 1781"/>
                <a:gd name="T19" fmla="*/ 1312 h 1313"/>
                <a:gd name="T20" fmla="*/ 218 w 1781"/>
                <a:gd name="T21" fmla="*/ 1312 h 1313"/>
                <a:gd name="T22" fmla="*/ 218 w 1781"/>
                <a:gd name="T23" fmla="*/ 781 h 1313"/>
                <a:gd name="T24" fmla="*/ 562 w 1781"/>
                <a:gd name="T25" fmla="*/ 187 h 1313"/>
                <a:gd name="T26" fmla="*/ 781 w 1781"/>
                <a:gd name="T27" fmla="*/ 437 h 1313"/>
                <a:gd name="T28" fmla="*/ 781 w 1781"/>
                <a:gd name="T29" fmla="*/ 1312 h 1313"/>
                <a:gd name="T30" fmla="*/ 1000 w 1781"/>
                <a:gd name="T31" fmla="*/ 1312 h 1313"/>
                <a:gd name="T32" fmla="*/ 1000 w 1781"/>
                <a:gd name="T33" fmla="*/ 781 h 1313"/>
                <a:gd name="T34" fmla="*/ 1343 w 1781"/>
                <a:gd name="T35" fmla="*/ 187 h 1313"/>
                <a:gd name="T36" fmla="*/ 1561 w 1781"/>
                <a:gd name="T37" fmla="*/ 437 h 1313"/>
                <a:gd name="T38" fmla="*/ 1561 w 1781"/>
                <a:gd name="T39" fmla="*/ 1312 h 1313"/>
                <a:gd name="T40" fmla="*/ 1780 w 1781"/>
                <a:gd name="T41" fmla="*/ 1312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81" h="1313">
                  <a:moveTo>
                    <a:pt x="1780" y="1312"/>
                  </a:moveTo>
                  <a:lnTo>
                    <a:pt x="1780" y="1312"/>
                  </a:lnTo>
                  <a:cubicBezTo>
                    <a:pt x="1780" y="406"/>
                    <a:pt x="1780" y="406"/>
                    <a:pt x="1780" y="406"/>
                  </a:cubicBezTo>
                  <a:cubicBezTo>
                    <a:pt x="1780" y="125"/>
                    <a:pt x="1655" y="0"/>
                    <a:pt x="1405" y="0"/>
                  </a:cubicBezTo>
                  <a:cubicBezTo>
                    <a:pt x="1218" y="0"/>
                    <a:pt x="1062" y="94"/>
                    <a:pt x="968" y="250"/>
                  </a:cubicBezTo>
                  <a:cubicBezTo>
                    <a:pt x="937" y="94"/>
                    <a:pt x="812" y="0"/>
                    <a:pt x="625" y="0"/>
                  </a:cubicBezTo>
                  <a:cubicBezTo>
                    <a:pt x="437" y="0"/>
                    <a:pt x="312" y="62"/>
                    <a:pt x="218" y="25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8" y="1312"/>
                    <a:pt x="218" y="1312"/>
                    <a:pt x="218" y="1312"/>
                  </a:cubicBezTo>
                  <a:cubicBezTo>
                    <a:pt x="218" y="781"/>
                    <a:pt x="218" y="781"/>
                    <a:pt x="218" y="781"/>
                  </a:cubicBezTo>
                  <a:cubicBezTo>
                    <a:pt x="218" y="406"/>
                    <a:pt x="375" y="187"/>
                    <a:pt x="562" y="187"/>
                  </a:cubicBezTo>
                  <a:cubicBezTo>
                    <a:pt x="718" y="187"/>
                    <a:pt x="781" y="281"/>
                    <a:pt x="781" y="437"/>
                  </a:cubicBezTo>
                  <a:cubicBezTo>
                    <a:pt x="781" y="1312"/>
                    <a:pt x="781" y="1312"/>
                    <a:pt x="781" y="1312"/>
                  </a:cubicBezTo>
                  <a:cubicBezTo>
                    <a:pt x="1000" y="1312"/>
                    <a:pt x="1000" y="1312"/>
                    <a:pt x="1000" y="1312"/>
                  </a:cubicBezTo>
                  <a:cubicBezTo>
                    <a:pt x="1000" y="781"/>
                    <a:pt x="1000" y="781"/>
                    <a:pt x="1000" y="781"/>
                  </a:cubicBezTo>
                  <a:cubicBezTo>
                    <a:pt x="1000" y="406"/>
                    <a:pt x="1156" y="187"/>
                    <a:pt x="1343" y="187"/>
                  </a:cubicBezTo>
                  <a:cubicBezTo>
                    <a:pt x="1499" y="187"/>
                    <a:pt x="1561" y="281"/>
                    <a:pt x="1561" y="437"/>
                  </a:cubicBezTo>
                  <a:cubicBezTo>
                    <a:pt x="1561" y="1312"/>
                    <a:pt x="1561" y="1312"/>
                    <a:pt x="1561" y="1312"/>
                  </a:cubicBezTo>
                  <a:lnTo>
                    <a:pt x="1780" y="131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E1909E1-D1B9-EBA0-A02D-6E0797ED9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5008563"/>
              <a:ext cx="79375" cy="473075"/>
            </a:xfrm>
            <a:custGeom>
              <a:avLst/>
              <a:gdLst>
                <a:gd name="T0" fmla="*/ 219 w 220"/>
                <a:gd name="T1" fmla="*/ 0 h 1313"/>
                <a:gd name="T2" fmla="*/ 0 w 220"/>
                <a:gd name="T3" fmla="*/ 0 h 1313"/>
                <a:gd name="T4" fmla="*/ 0 w 220"/>
                <a:gd name="T5" fmla="*/ 1312 h 1313"/>
                <a:gd name="T6" fmla="*/ 219 w 220"/>
                <a:gd name="T7" fmla="*/ 1312 h 1313"/>
                <a:gd name="T8" fmla="*/ 219 w 220"/>
                <a:gd name="T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313">
                  <a:moveTo>
                    <a:pt x="219" y="0"/>
                  </a:moveTo>
                  <a:lnTo>
                    <a:pt x="0" y="0"/>
                  </a:lnTo>
                  <a:lnTo>
                    <a:pt x="0" y="1312"/>
                  </a:lnTo>
                  <a:lnTo>
                    <a:pt x="219" y="1312"/>
                  </a:lnTo>
                  <a:lnTo>
                    <a:pt x="21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078A4259-5E9B-56DD-1F90-17487A0B7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238" y="4816475"/>
              <a:ext cx="123825" cy="123825"/>
            </a:xfrm>
            <a:custGeom>
              <a:avLst/>
              <a:gdLst>
                <a:gd name="T0" fmla="*/ 344 w 345"/>
                <a:gd name="T1" fmla="*/ 187 h 344"/>
                <a:gd name="T2" fmla="*/ 344 w 345"/>
                <a:gd name="T3" fmla="*/ 187 h 344"/>
                <a:gd name="T4" fmla="*/ 156 w 345"/>
                <a:gd name="T5" fmla="*/ 0 h 344"/>
                <a:gd name="T6" fmla="*/ 0 w 345"/>
                <a:gd name="T7" fmla="*/ 187 h 344"/>
                <a:gd name="T8" fmla="*/ 156 w 345"/>
                <a:gd name="T9" fmla="*/ 343 h 344"/>
                <a:gd name="T10" fmla="*/ 344 w 345"/>
                <a:gd name="T11" fmla="*/ 187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5" h="344">
                  <a:moveTo>
                    <a:pt x="344" y="187"/>
                  </a:moveTo>
                  <a:lnTo>
                    <a:pt x="344" y="187"/>
                  </a:lnTo>
                  <a:cubicBezTo>
                    <a:pt x="344" y="93"/>
                    <a:pt x="250" y="0"/>
                    <a:pt x="156" y="0"/>
                  </a:cubicBezTo>
                  <a:cubicBezTo>
                    <a:pt x="62" y="0"/>
                    <a:pt x="0" y="93"/>
                    <a:pt x="0" y="187"/>
                  </a:cubicBezTo>
                  <a:cubicBezTo>
                    <a:pt x="0" y="281"/>
                    <a:pt x="62" y="343"/>
                    <a:pt x="156" y="343"/>
                  </a:cubicBezTo>
                  <a:cubicBezTo>
                    <a:pt x="250" y="343"/>
                    <a:pt x="344" y="281"/>
                    <a:pt x="344" y="18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5CC7ABE-C0BA-F3D8-D051-8D83D9FC0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816475"/>
              <a:ext cx="382587" cy="663575"/>
            </a:xfrm>
            <a:custGeom>
              <a:avLst/>
              <a:gdLst>
                <a:gd name="T0" fmla="*/ 750 w 1063"/>
                <a:gd name="T1" fmla="*/ 531 h 1844"/>
                <a:gd name="T2" fmla="*/ 218 w 1063"/>
                <a:gd name="T3" fmla="*/ 1093 h 1844"/>
                <a:gd name="T4" fmla="*/ 218 w 1063"/>
                <a:gd name="T5" fmla="*/ 0 h 1844"/>
                <a:gd name="T6" fmla="*/ 0 w 1063"/>
                <a:gd name="T7" fmla="*/ 0 h 1844"/>
                <a:gd name="T8" fmla="*/ 0 w 1063"/>
                <a:gd name="T9" fmla="*/ 1843 h 1844"/>
                <a:gd name="T10" fmla="*/ 218 w 1063"/>
                <a:gd name="T11" fmla="*/ 1843 h 1844"/>
                <a:gd name="T12" fmla="*/ 218 w 1063"/>
                <a:gd name="T13" fmla="*/ 1187 h 1844"/>
                <a:gd name="T14" fmla="*/ 781 w 1063"/>
                <a:gd name="T15" fmla="*/ 1843 h 1844"/>
                <a:gd name="T16" fmla="*/ 1062 w 1063"/>
                <a:gd name="T17" fmla="*/ 1843 h 1844"/>
                <a:gd name="T18" fmla="*/ 468 w 1063"/>
                <a:gd name="T19" fmla="*/ 1156 h 1844"/>
                <a:gd name="T20" fmla="*/ 1031 w 1063"/>
                <a:gd name="T21" fmla="*/ 531 h 1844"/>
                <a:gd name="T22" fmla="*/ 750 w 1063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4">
                  <a:moveTo>
                    <a:pt x="750" y="531"/>
                  </a:moveTo>
                  <a:lnTo>
                    <a:pt x="218" y="1093"/>
                  </a:lnTo>
                  <a:lnTo>
                    <a:pt x="218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8" y="1843"/>
                  </a:lnTo>
                  <a:lnTo>
                    <a:pt x="218" y="1187"/>
                  </a:lnTo>
                  <a:lnTo>
                    <a:pt x="781" y="1843"/>
                  </a:lnTo>
                  <a:lnTo>
                    <a:pt x="1062" y="1843"/>
                  </a:lnTo>
                  <a:lnTo>
                    <a:pt x="468" y="1156"/>
                  </a:lnTo>
                  <a:lnTo>
                    <a:pt x="1031" y="531"/>
                  </a:lnTo>
                  <a:lnTo>
                    <a:pt x="750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1337ADF-6259-8417-08F3-9FAB34755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4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E42A4CFE-7D68-BDE8-2C6D-04F010A6E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963" y="5008563"/>
              <a:ext cx="282575" cy="473075"/>
            </a:xfrm>
            <a:custGeom>
              <a:avLst/>
              <a:gdLst>
                <a:gd name="T0" fmla="*/ 219 w 783"/>
                <a:gd name="T1" fmla="*/ 219 h 1313"/>
                <a:gd name="T2" fmla="*/ 219 w 783"/>
                <a:gd name="T3" fmla="*/ 219 h 1313"/>
                <a:gd name="T4" fmla="*/ 219 w 783"/>
                <a:gd name="T5" fmla="*/ 0 h 1313"/>
                <a:gd name="T6" fmla="*/ 0 w 783"/>
                <a:gd name="T7" fmla="*/ 0 h 1313"/>
                <a:gd name="T8" fmla="*/ 0 w 783"/>
                <a:gd name="T9" fmla="*/ 1312 h 1313"/>
                <a:gd name="T10" fmla="*/ 219 w 783"/>
                <a:gd name="T11" fmla="*/ 1312 h 1313"/>
                <a:gd name="T12" fmla="*/ 219 w 783"/>
                <a:gd name="T13" fmla="*/ 812 h 1313"/>
                <a:gd name="T14" fmla="*/ 313 w 783"/>
                <a:gd name="T15" fmla="*/ 344 h 1313"/>
                <a:gd name="T16" fmla="*/ 594 w 783"/>
                <a:gd name="T17" fmla="*/ 187 h 1313"/>
                <a:gd name="T18" fmla="*/ 719 w 783"/>
                <a:gd name="T19" fmla="*/ 219 h 1313"/>
                <a:gd name="T20" fmla="*/ 782 w 783"/>
                <a:gd name="T21" fmla="*/ 31 h 1313"/>
                <a:gd name="T22" fmla="*/ 594 w 783"/>
                <a:gd name="T23" fmla="*/ 0 h 1313"/>
                <a:gd name="T24" fmla="*/ 219 w 783"/>
                <a:gd name="T25" fmla="*/ 219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1313">
                  <a:moveTo>
                    <a:pt x="219" y="219"/>
                  </a:moveTo>
                  <a:lnTo>
                    <a:pt x="219" y="219"/>
                  </a:ln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812"/>
                    <a:pt x="219" y="812"/>
                    <a:pt x="219" y="812"/>
                  </a:cubicBezTo>
                  <a:cubicBezTo>
                    <a:pt x="219" y="625"/>
                    <a:pt x="250" y="469"/>
                    <a:pt x="313" y="344"/>
                  </a:cubicBezTo>
                  <a:cubicBezTo>
                    <a:pt x="407" y="250"/>
                    <a:pt x="469" y="187"/>
                    <a:pt x="594" y="187"/>
                  </a:cubicBezTo>
                  <a:cubicBezTo>
                    <a:pt x="625" y="187"/>
                    <a:pt x="688" y="187"/>
                    <a:pt x="719" y="219"/>
                  </a:cubicBezTo>
                  <a:cubicBezTo>
                    <a:pt x="782" y="31"/>
                    <a:pt x="782" y="31"/>
                    <a:pt x="782" y="31"/>
                  </a:cubicBezTo>
                  <a:cubicBezTo>
                    <a:pt x="719" y="0"/>
                    <a:pt x="657" y="0"/>
                    <a:pt x="594" y="0"/>
                  </a:cubicBezTo>
                  <a:cubicBezTo>
                    <a:pt x="438" y="0"/>
                    <a:pt x="282" y="94"/>
                    <a:pt x="219" y="21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F15A919A-450F-7480-432C-CB33557B9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100" y="5008563"/>
              <a:ext cx="371475" cy="473075"/>
            </a:xfrm>
            <a:custGeom>
              <a:avLst/>
              <a:gdLst>
                <a:gd name="T0" fmla="*/ 656 w 1032"/>
                <a:gd name="T1" fmla="*/ 0 h 1313"/>
                <a:gd name="T2" fmla="*/ 656 w 1032"/>
                <a:gd name="T3" fmla="*/ 0 h 1313"/>
                <a:gd name="T4" fmla="*/ 219 w 1032"/>
                <a:gd name="T5" fmla="*/ 250 h 1313"/>
                <a:gd name="T6" fmla="*/ 219 w 1032"/>
                <a:gd name="T7" fmla="*/ 0 h 1313"/>
                <a:gd name="T8" fmla="*/ 0 w 1032"/>
                <a:gd name="T9" fmla="*/ 0 h 1313"/>
                <a:gd name="T10" fmla="*/ 0 w 1032"/>
                <a:gd name="T11" fmla="*/ 1312 h 1313"/>
                <a:gd name="T12" fmla="*/ 219 w 1032"/>
                <a:gd name="T13" fmla="*/ 1312 h 1313"/>
                <a:gd name="T14" fmla="*/ 219 w 1032"/>
                <a:gd name="T15" fmla="*/ 781 h 1313"/>
                <a:gd name="T16" fmla="*/ 312 w 1032"/>
                <a:gd name="T17" fmla="*/ 344 h 1313"/>
                <a:gd name="T18" fmla="*/ 594 w 1032"/>
                <a:gd name="T19" fmla="*/ 187 h 1313"/>
                <a:gd name="T20" fmla="*/ 812 w 1032"/>
                <a:gd name="T21" fmla="*/ 469 h 1313"/>
                <a:gd name="T22" fmla="*/ 812 w 1032"/>
                <a:gd name="T23" fmla="*/ 1312 h 1313"/>
                <a:gd name="T24" fmla="*/ 1031 w 1032"/>
                <a:gd name="T25" fmla="*/ 1312 h 1313"/>
                <a:gd name="T26" fmla="*/ 1031 w 1032"/>
                <a:gd name="T27" fmla="*/ 406 h 1313"/>
                <a:gd name="T28" fmla="*/ 656 w 1032"/>
                <a:gd name="T2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2" h="1313">
                  <a:moveTo>
                    <a:pt x="656" y="0"/>
                  </a:moveTo>
                  <a:lnTo>
                    <a:pt x="656" y="0"/>
                  </a:lnTo>
                  <a:cubicBezTo>
                    <a:pt x="469" y="0"/>
                    <a:pt x="312" y="62"/>
                    <a:pt x="219" y="25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781"/>
                    <a:pt x="219" y="781"/>
                    <a:pt x="219" y="781"/>
                  </a:cubicBezTo>
                  <a:cubicBezTo>
                    <a:pt x="219" y="594"/>
                    <a:pt x="250" y="469"/>
                    <a:pt x="312" y="344"/>
                  </a:cubicBezTo>
                  <a:cubicBezTo>
                    <a:pt x="406" y="250"/>
                    <a:pt x="500" y="187"/>
                    <a:pt x="594" y="187"/>
                  </a:cubicBezTo>
                  <a:cubicBezTo>
                    <a:pt x="750" y="187"/>
                    <a:pt x="812" y="281"/>
                    <a:pt x="812" y="469"/>
                  </a:cubicBezTo>
                  <a:cubicBezTo>
                    <a:pt x="812" y="1312"/>
                    <a:pt x="812" y="1312"/>
                    <a:pt x="812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06"/>
                    <a:pt x="1031" y="406"/>
                    <a:pt x="1031" y="406"/>
                  </a:cubicBezTo>
                  <a:cubicBezTo>
                    <a:pt x="1031" y="125"/>
                    <a:pt x="875" y="0"/>
                    <a:pt x="65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D2299238-7DFD-E8EB-0735-E2F022260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5008563"/>
              <a:ext cx="338137" cy="484187"/>
            </a:xfrm>
            <a:custGeom>
              <a:avLst/>
              <a:gdLst>
                <a:gd name="T0" fmla="*/ 313 w 939"/>
                <a:gd name="T1" fmla="*/ 344 h 1345"/>
                <a:gd name="T2" fmla="*/ 313 w 939"/>
                <a:gd name="T3" fmla="*/ 344 h 1345"/>
                <a:gd name="T4" fmla="*/ 500 w 939"/>
                <a:gd name="T5" fmla="*/ 187 h 1345"/>
                <a:gd name="T6" fmla="*/ 719 w 939"/>
                <a:gd name="T7" fmla="*/ 312 h 1345"/>
                <a:gd name="T8" fmla="*/ 875 w 939"/>
                <a:gd name="T9" fmla="*/ 187 h 1345"/>
                <a:gd name="T10" fmla="*/ 500 w 939"/>
                <a:gd name="T11" fmla="*/ 0 h 1345"/>
                <a:gd name="T12" fmla="*/ 94 w 939"/>
                <a:gd name="T13" fmla="*/ 344 h 1345"/>
                <a:gd name="T14" fmla="*/ 500 w 939"/>
                <a:gd name="T15" fmla="*/ 750 h 1345"/>
                <a:gd name="T16" fmla="*/ 719 w 939"/>
                <a:gd name="T17" fmla="*/ 937 h 1345"/>
                <a:gd name="T18" fmla="*/ 500 w 939"/>
                <a:gd name="T19" fmla="*/ 1156 h 1345"/>
                <a:gd name="T20" fmla="*/ 188 w 939"/>
                <a:gd name="T21" fmla="*/ 875 h 1345"/>
                <a:gd name="T22" fmla="*/ 0 w 939"/>
                <a:gd name="T23" fmla="*/ 1000 h 1345"/>
                <a:gd name="T24" fmla="*/ 500 w 939"/>
                <a:gd name="T25" fmla="*/ 1344 h 1345"/>
                <a:gd name="T26" fmla="*/ 938 w 939"/>
                <a:gd name="T27" fmla="*/ 937 h 1345"/>
                <a:gd name="T28" fmla="*/ 313 w 939"/>
                <a:gd name="T29" fmla="*/ 344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45">
                  <a:moveTo>
                    <a:pt x="313" y="344"/>
                  </a:moveTo>
                  <a:lnTo>
                    <a:pt x="313" y="344"/>
                  </a:lnTo>
                  <a:cubicBezTo>
                    <a:pt x="313" y="250"/>
                    <a:pt x="407" y="187"/>
                    <a:pt x="500" y="187"/>
                  </a:cubicBezTo>
                  <a:cubicBezTo>
                    <a:pt x="563" y="187"/>
                    <a:pt x="657" y="219"/>
                    <a:pt x="719" y="312"/>
                  </a:cubicBezTo>
                  <a:cubicBezTo>
                    <a:pt x="875" y="187"/>
                    <a:pt x="875" y="187"/>
                    <a:pt x="875" y="187"/>
                  </a:cubicBezTo>
                  <a:cubicBezTo>
                    <a:pt x="782" y="62"/>
                    <a:pt x="657" y="0"/>
                    <a:pt x="500" y="0"/>
                  </a:cubicBezTo>
                  <a:cubicBezTo>
                    <a:pt x="250" y="0"/>
                    <a:pt x="94" y="156"/>
                    <a:pt x="94" y="344"/>
                  </a:cubicBezTo>
                  <a:cubicBezTo>
                    <a:pt x="94" y="594"/>
                    <a:pt x="313" y="687"/>
                    <a:pt x="500" y="750"/>
                  </a:cubicBezTo>
                  <a:cubicBezTo>
                    <a:pt x="625" y="781"/>
                    <a:pt x="719" y="844"/>
                    <a:pt x="719" y="937"/>
                  </a:cubicBezTo>
                  <a:cubicBezTo>
                    <a:pt x="719" y="1062"/>
                    <a:pt x="657" y="1156"/>
                    <a:pt x="500" y="1156"/>
                  </a:cubicBezTo>
                  <a:cubicBezTo>
                    <a:pt x="375" y="1156"/>
                    <a:pt x="282" y="1062"/>
                    <a:pt x="188" y="875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4" y="1187"/>
                    <a:pt x="250" y="1344"/>
                    <a:pt x="500" y="1344"/>
                  </a:cubicBezTo>
                  <a:cubicBezTo>
                    <a:pt x="782" y="1344"/>
                    <a:pt x="938" y="1187"/>
                    <a:pt x="938" y="937"/>
                  </a:cubicBezTo>
                  <a:cubicBezTo>
                    <a:pt x="938" y="531"/>
                    <a:pt x="313" y="594"/>
                    <a:pt x="313" y="34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77F2ED75-61C3-D12A-CD9A-CBFD1D80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500" y="567213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12 h 1813"/>
                <a:gd name="T8" fmla="*/ 1094 w 1501"/>
                <a:gd name="T9" fmla="*/ 1312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093 h 1813"/>
                <a:gd name="T20" fmla="*/ 750 w 1501"/>
                <a:gd name="T21" fmla="*/ 281 h 1813"/>
                <a:gd name="T22" fmla="*/ 1031 w 1501"/>
                <a:gd name="T23" fmla="*/ 1093 h 1813"/>
                <a:gd name="T24" fmla="*/ 469 w 1501"/>
                <a:gd name="T25" fmla="*/ 1093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12"/>
                  </a:lnTo>
                  <a:lnTo>
                    <a:pt x="1094" y="1312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093"/>
                  </a:moveTo>
                  <a:lnTo>
                    <a:pt x="750" y="281"/>
                  </a:lnTo>
                  <a:lnTo>
                    <a:pt x="1031" y="1093"/>
                  </a:lnTo>
                  <a:lnTo>
                    <a:pt x="469" y="1093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D8ECB8DF-B992-28E0-4E8D-431F82636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250" y="5986463"/>
              <a:ext cx="315913" cy="79375"/>
            </a:xfrm>
            <a:custGeom>
              <a:avLst/>
              <a:gdLst>
                <a:gd name="T0" fmla="*/ 0 w 876"/>
                <a:gd name="T1" fmla="*/ 218 h 219"/>
                <a:gd name="T2" fmla="*/ 875 w 876"/>
                <a:gd name="T3" fmla="*/ 218 h 219"/>
                <a:gd name="T4" fmla="*/ 875 w 876"/>
                <a:gd name="T5" fmla="*/ 0 h 219"/>
                <a:gd name="T6" fmla="*/ 0 w 876"/>
                <a:gd name="T7" fmla="*/ 0 h 219"/>
                <a:gd name="T8" fmla="*/ 0 w 876"/>
                <a:gd name="T9" fmla="*/ 218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6" h="219">
                  <a:moveTo>
                    <a:pt x="0" y="218"/>
                  </a:moveTo>
                  <a:lnTo>
                    <a:pt x="875" y="218"/>
                  </a:lnTo>
                  <a:lnTo>
                    <a:pt x="875" y="0"/>
                  </a:lnTo>
                  <a:lnTo>
                    <a:pt x="0" y="0"/>
                  </a:lnTo>
                  <a:lnTo>
                    <a:pt x="0" y="21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2EDBF407-92CE-B49F-0677-068C15503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3" y="5661025"/>
              <a:ext cx="382587" cy="663575"/>
            </a:xfrm>
            <a:custGeom>
              <a:avLst/>
              <a:gdLst>
                <a:gd name="T0" fmla="*/ 1000 w 1063"/>
                <a:gd name="T1" fmla="*/ 532 h 1845"/>
                <a:gd name="T2" fmla="*/ 719 w 1063"/>
                <a:gd name="T3" fmla="*/ 532 h 1845"/>
                <a:gd name="T4" fmla="*/ 219 w 1063"/>
                <a:gd name="T5" fmla="*/ 1094 h 1845"/>
                <a:gd name="T6" fmla="*/ 219 w 1063"/>
                <a:gd name="T7" fmla="*/ 0 h 1845"/>
                <a:gd name="T8" fmla="*/ 0 w 1063"/>
                <a:gd name="T9" fmla="*/ 0 h 1845"/>
                <a:gd name="T10" fmla="*/ 0 w 1063"/>
                <a:gd name="T11" fmla="*/ 1844 h 1845"/>
                <a:gd name="T12" fmla="*/ 219 w 1063"/>
                <a:gd name="T13" fmla="*/ 1844 h 1845"/>
                <a:gd name="T14" fmla="*/ 219 w 1063"/>
                <a:gd name="T15" fmla="*/ 1188 h 1845"/>
                <a:gd name="T16" fmla="*/ 781 w 1063"/>
                <a:gd name="T17" fmla="*/ 1844 h 1845"/>
                <a:gd name="T18" fmla="*/ 1062 w 1063"/>
                <a:gd name="T19" fmla="*/ 1844 h 1845"/>
                <a:gd name="T20" fmla="*/ 437 w 1063"/>
                <a:gd name="T21" fmla="*/ 1125 h 1845"/>
                <a:gd name="T22" fmla="*/ 1000 w 1063"/>
                <a:gd name="T23" fmla="*/ 532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5">
                  <a:moveTo>
                    <a:pt x="1000" y="532"/>
                  </a:moveTo>
                  <a:lnTo>
                    <a:pt x="719" y="532"/>
                  </a:lnTo>
                  <a:lnTo>
                    <a:pt x="219" y="1094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4"/>
                  </a:lnTo>
                  <a:lnTo>
                    <a:pt x="219" y="1844"/>
                  </a:lnTo>
                  <a:lnTo>
                    <a:pt x="219" y="1188"/>
                  </a:lnTo>
                  <a:lnTo>
                    <a:pt x="781" y="1844"/>
                  </a:lnTo>
                  <a:lnTo>
                    <a:pt x="1062" y="1844"/>
                  </a:lnTo>
                  <a:lnTo>
                    <a:pt x="437" y="1125"/>
                  </a:lnTo>
                  <a:lnTo>
                    <a:pt x="1000" y="53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278D4060-BCBA-6D2B-8C75-2AF78A024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5840413"/>
              <a:ext cx="371475" cy="495300"/>
            </a:xfrm>
            <a:custGeom>
              <a:avLst/>
              <a:gdLst>
                <a:gd name="T0" fmla="*/ 499 w 1031"/>
                <a:gd name="T1" fmla="*/ 0 h 1376"/>
                <a:gd name="T2" fmla="*/ 499 w 1031"/>
                <a:gd name="T3" fmla="*/ 0 h 1376"/>
                <a:gd name="T4" fmla="*/ 31 w 1031"/>
                <a:gd name="T5" fmla="*/ 375 h 1376"/>
                <a:gd name="T6" fmla="*/ 250 w 1031"/>
                <a:gd name="T7" fmla="*/ 407 h 1376"/>
                <a:gd name="T8" fmla="*/ 499 w 1031"/>
                <a:gd name="T9" fmla="*/ 219 h 1376"/>
                <a:gd name="T10" fmla="*/ 811 w 1031"/>
                <a:gd name="T11" fmla="*/ 469 h 1376"/>
                <a:gd name="T12" fmla="*/ 811 w 1031"/>
                <a:gd name="T13" fmla="*/ 532 h 1376"/>
                <a:gd name="T14" fmla="*/ 592 w 1031"/>
                <a:gd name="T15" fmla="*/ 532 h 1376"/>
                <a:gd name="T16" fmla="*/ 0 w 1031"/>
                <a:gd name="T17" fmla="*/ 969 h 1376"/>
                <a:gd name="T18" fmla="*/ 405 w 1031"/>
                <a:gd name="T19" fmla="*/ 1375 h 1376"/>
                <a:gd name="T20" fmla="*/ 811 w 1031"/>
                <a:gd name="T21" fmla="*/ 1157 h 1376"/>
                <a:gd name="T22" fmla="*/ 842 w 1031"/>
                <a:gd name="T23" fmla="*/ 1344 h 1376"/>
                <a:gd name="T24" fmla="*/ 1030 w 1031"/>
                <a:gd name="T25" fmla="*/ 1344 h 1376"/>
                <a:gd name="T26" fmla="*/ 1030 w 1031"/>
                <a:gd name="T27" fmla="*/ 500 h 1376"/>
                <a:gd name="T28" fmla="*/ 499 w 1031"/>
                <a:gd name="T29" fmla="*/ 0 h 1376"/>
                <a:gd name="T30" fmla="*/ 811 w 1031"/>
                <a:gd name="T31" fmla="*/ 750 h 1376"/>
                <a:gd name="T32" fmla="*/ 811 w 1031"/>
                <a:gd name="T33" fmla="*/ 750 h 1376"/>
                <a:gd name="T34" fmla="*/ 686 w 1031"/>
                <a:gd name="T35" fmla="*/ 1063 h 1376"/>
                <a:gd name="T36" fmla="*/ 436 w 1031"/>
                <a:gd name="T37" fmla="*/ 1157 h 1376"/>
                <a:gd name="T38" fmla="*/ 218 w 1031"/>
                <a:gd name="T39" fmla="*/ 969 h 1376"/>
                <a:gd name="T40" fmla="*/ 561 w 1031"/>
                <a:gd name="T41" fmla="*/ 719 h 1376"/>
                <a:gd name="T42" fmla="*/ 811 w 1031"/>
                <a:gd name="T43" fmla="*/ 719 h 1376"/>
                <a:gd name="T44" fmla="*/ 499 w 1031"/>
                <a:gd name="T45" fmla="*/ 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1" h="1376">
                  <a:moveTo>
                    <a:pt x="499" y="0"/>
                  </a:moveTo>
                  <a:lnTo>
                    <a:pt x="499" y="0"/>
                  </a:lnTo>
                  <a:cubicBezTo>
                    <a:pt x="250" y="0"/>
                    <a:pt x="93" y="157"/>
                    <a:pt x="31" y="375"/>
                  </a:cubicBezTo>
                  <a:cubicBezTo>
                    <a:pt x="250" y="407"/>
                    <a:pt x="250" y="407"/>
                    <a:pt x="250" y="407"/>
                  </a:cubicBezTo>
                  <a:cubicBezTo>
                    <a:pt x="281" y="282"/>
                    <a:pt x="374" y="219"/>
                    <a:pt x="499" y="219"/>
                  </a:cubicBezTo>
                  <a:cubicBezTo>
                    <a:pt x="686" y="219"/>
                    <a:pt x="811" y="313"/>
                    <a:pt x="811" y="469"/>
                  </a:cubicBezTo>
                  <a:cubicBezTo>
                    <a:pt x="811" y="532"/>
                    <a:pt x="811" y="532"/>
                    <a:pt x="811" y="532"/>
                  </a:cubicBezTo>
                  <a:cubicBezTo>
                    <a:pt x="592" y="532"/>
                    <a:pt x="592" y="532"/>
                    <a:pt x="592" y="532"/>
                  </a:cubicBezTo>
                  <a:cubicBezTo>
                    <a:pt x="218" y="532"/>
                    <a:pt x="0" y="688"/>
                    <a:pt x="0" y="969"/>
                  </a:cubicBezTo>
                  <a:cubicBezTo>
                    <a:pt x="0" y="1219"/>
                    <a:pt x="156" y="1375"/>
                    <a:pt x="405" y="1375"/>
                  </a:cubicBezTo>
                  <a:cubicBezTo>
                    <a:pt x="561" y="1375"/>
                    <a:pt x="717" y="1282"/>
                    <a:pt x="811" y="1157"/>
                  </a:cubicBezTo>
                  <a:cubicBezTo>
                    <a:pt x="842" y="1344"/>
                    <a:pt x="842" y="1344"/>
                    <a:pt x="842" y="1344"/>
                  </a:cubicBezTo>
                  <a:cubicBezTo>
                    <a:pt x="1030" y="1344"/>
                    <a:pt x="1030" y="1344"/>
                    <a:pt x="1030" y="1344"/>
                  </a:cubicBezTo>
                  <a:cubicBezTo>
                    <a:pt x="1030" y="500"/>
                    <a:pt x="1030" y="500"/>
                    <a:pt x="1030" y="500"/>
                  </a:cubicBezTo>
                  <a:cubicBezTo>
                    <a:pt x="1030" y="157"/>
                    <a:pt x="811" y="0"/>
                    <a:pt x="499" y="0"/>
                  </a:cubicBezTo>
                  <a:lnTo>
                    <a:pt x="811" y="750"/>
                  </a:lnTo>
                  <a:lnTo>
                    <a:pt x="811" y="750"/>
                  </a:lnTo>
                  <a:cubicBezTo>
                    <a:pt x="811" y="907"/>
                    <a:pt x="749" y="1000"/>
                    <a:pt x="686" y="1063"/>
                  </a:cubicBezTo>
                  <a:cubicBezTo>
                    <a:pt x="624" y="1125"/>
                    <a:pt x="530" y="1157"/>
                    <a:pt x="436" y="1157"/>
                  </a:cubicBezTo>
                  <a:cubicBezTo>
                    <a:pt x="281" y="1157"/>
                    <a:pt x="218" y="1094"/>
                    <a:pt x="218" y="969"/>
                  </a:cubicBezTo>
                  <a:cubicBezTo>
                    <a:pt x="218" y="813"/>
                    <a:pt x="343" y="719"/>
                    <a:pt x="561" y="719"/>
                  </a:cubicBezTo>
                  <a:cubicBezTo>
                    <a:pt x="811" y="719"/>
                    <a:pt x="811" y="719"/>
                    <a:pt x="811" y="719"/>
                  </a:cubicBezTo>
                  <a:lnTo>
                    <a:pt x="49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5548573E-CA75-E013-2342-27301F6E3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5840413"/>
              <a:ext cx="338138" cy="495300"/>
            </a:xfrm>
            <a:custGeom>
              <a:avLst/>
              <a:gdLst>
                <a:gd name="T0" fmla="*/ 313 w 939"/>
                <a:gd name="T1" fmla="*/ 375 h 1376"/>
                <a:gd name="T2" fmla="*/ 313 w 939"/>
                <a:gd name="T3" fmla="*/ 375 h 1376"/>
                <a:gd name="T4" fmla="*/ 469 w 939"/>
                <a:gd name="T5" fmla="*/ 219 h 1376"/>
                <a:gd name="T6" fmla="*/ 719 w 939"/>
                <a:gd name="T7" fmla="*/ 344 h 1376"/>
                <a:gd name="T8" fmla="*/ 875 w 939"/>
                <a:gd name="T9" fmla="*/ 219 h 1376"/>
                <a:gd name="T10" fmla="*/ 469 w 939"/>
                <a:gd name="T11" fmla="*/ 0 h 1376"/>
                <a:gd name="T12" fmla="*/ 94 w 939"/>
                <a:gd name="T13" fmla="*/ 375 h 1376"/>
                <a:gd name="T14" fmla="*/ 500 w 939"/>
                <a:gd name="T15" fmla="*/ 782 h 1376"/>
                <a:gd name="T16" fmla="*/ 688 w 939"/>
                <a:gd name="T17" fmla="*/ 969 h 1376"/>
                <a:gd name="T18" fmla="*/ 500 w 939"/>
                <a:gd name="T19" fmla="*/ 1157 h 1376"/>
                <a:gd name="T20" fmla="*/ 188 w 939"/>
                <a:gd name="T21" fmla="*/ 907 h 1376"/>
                <a:gd name="T22" fmla="*/ 0 w 939"/>
                <a:gd name="T23" fmla="*/ 1000 h 1376"/>
                <a:gd name="T24" fmla="*/ 500 w 939"/>
                <a:gd name="T25" fmla="*/ 1375 h 1376"/>
                <a:gd name="T26" fmla="*/ 938 w 939"/>
                <a:gd name="T27" fmla="*/ 938 h 1376"/>
                <a:gd name="T28" fmla="*/ 313 w 939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76">
                  <a:moveTo>
                    <a:pt x="313" y="375"/>
                  </a:moveTo>
                  <a:lnTo>
                    <a:pt x="313" y="375"/>
                  </a:lnTo>
                  <a:cubicBezTo>
                    <a:pt x="313" y="282"/>
                    <a:pt x="375" y="219"/>
                    <a:pt x="469" y="219"/>
                  </a:cubicBezTo>
                  <a:cubicBezTo>
                    <a:pt x="563" y="219"/>
                    <a:pt x="625" y="250"/>
                    <a:pt x="719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25" y="0"/>
                    <a:pt x="469" y="0"/>
                  </a:cubicBezTo>
                  <a:cubicBezTo>
                    <a:pt x="250" y="0"/>
                    <a:pt x="94" y="157"/>
                    <a:pt x="94" y="375"/>
                  </a:cubicBezTo>
                  <a:cubicBezTo>
                    <a:pt x="94" y="625"/>
                    <a:pt x="313" y="719"/>
                    <a:pt x="500" y="782"/>
                  </a:cubicBezTo>
                  <a:cubicBezTo>
                    <a:pt x="594" y="813"/>
                    <a:pt x="688" y="875"/>
                    <a:pt x="688" y="969"/>
                  </a:cubicBezTo>
                  <a:cubicBezTo>
                    <a:pt x="688" y="1094"/>
                    <a:pt x="625" y="1157"/>
                    <a:pt x="500" y="1157"/>
                  </a:cubicBezTo>
                  <a:cubicBezTo>
                    <a:pt x="344" y="1157"/>
                    <a:pt x="250" y="1094"/>
                    <a:pt x="188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63" y="1219"/>
                    <a:pt x="250" y="1375"/>
                    <a:pt x="500" y="1375"/>
                  </a:cubicBezTo>
                  <a:cubicBezTo>
                    <a:pt x="750" y="1375"/>
                    <a:pt x="938" y="1219"/>
                    <a:pt x="938" y="938"/>
                  </a:cubicBezTo>
                  <a:cubicBezTo>
                    <a:pt x="938" y="563"/>
                    <a:pt x="313" y="594"/>
                    <a:pt x="313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7C219AB3-835A-B0C8-8D05-6C3DDA5C2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388" y="5840413"/>
              <a:ext cx="338137" cy="495300"/>
            </a:xfrm>
            <a:custGeom>
              <a:avLst/>
              <a:gdLst>
                <a:gd name="T0" fmla="*/ 312 w 938"/>
                <a:gd name="T1" fmla="*/ 375 h 1376"/>
                <a:gd name="T2" fmla="*/ 312 w 938"/>
                <a:gd name="T3" fmla="*/ 375 h 1376"/>
                <a:gd name="T4" fmla="*/ 468 w 938"/>
                <a:gd name="T5" fmla="*/ 219 h 1376"/>
                <a:gd name="T6" fmla="*/ 718 w 938"/>
                <a:gd name="T7" fmla="*/ 344 h 1376"/>
                <a:gd name="T8" fmla="*/ 875 w 938"/>
                <a:gd name="T9" fmla="*/ 219 h 1376"/>
                <a:gd name="T10" fmla="*/ 500 w 938"/>
                <a:gd name="T11" fmla="*/ 0 h 1376"/>
                <a:gd name="T12" fmla="*/ 93 w 938"/>
                <a:gd name="T13" fmla="*/ 375 h 1376"/>
                <a:gd name="T14" fmla="*/ 500 w 938"/>
                <a:gd name="T15" fmla="*/ 782 h 1376"/>
                <a:gd name="T16" fmla="*/ 718 w 938"/>
                <a:gd name="T17" fmla="*/ 969 h 1376"/>
                <a:gd name="T18" fmla="*/ 500 w 938"/>
                <a:gd name="T19" fmla="*/ 1157 h 1376"/>
                <a:gd name="T20" fmla="*/ 187 w 938"/>
                <a:gd name="T21" fmla="*/ 907 h 1376"/>
                <a:gd name="T22" fmla="*/ 0 w 938"/>
                <a:gd name="T23" fmla="*/ 1000 h 1376"/>
                <a:gd name="T24" fmla="*/ 500 w 938"/>
                <a:gd name="T25" fmla="*/ 1375 h 1376"/>
                <a:gd name="T26" fmla="*/ 937 w 938"/>
                <a:gd name="T27" fmla="*/ 938 h 1376"/>
                <a:gd name="T28" fmla="*/ 312 w 938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8" h="1376">
                  <a:moveTo>
                    <a:pt x="312" y="375"/>
                  </a:moveTo>
                  <a:lnTo>
                    <a:pt x="312" y="375"/>
                  </a:lnTo>
                  <a:cubicBezTo>
                    <a:pt x="312" y="282"/>
                    <a:pt x="375" y="219"/>
                    <a:pt x="468" y="219"/>
                  </a:cubicBezTo>
                  <a:cubicBezTo>
                    <a:pt x="562" y="219"/>
                    <a:pt x="625" y="250"/>
                    <a:pt x="718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56" y="0"/>
                    <a:pt x="500" y="0"/>
                  </a:cubicBezTo>
                  <a:cubicBezTo>
                    <a:pt x="249" y="0"/>
                    <a:pt x="93" y="157"/>
                    <a:pt x="93" y="375"/>
                  </a:cubicBezTo>
                  <a:cubicBezTo>
                    <a:pt x="93" y="625"/>
                    <a:pt x="312" y="719"/>
                    <a:pt x="500" y="782"/>
                  </a:cubicBezTo>
                  <a:cubicBezTo>
                    <a:pt x="625" y="813"/>
                    <a:pt x="718" y="875"/>
                    <a:pt x="718" y="969"/>
                  </a:cubicBezTo>
                  <a:cubicBezTo>
                    <a:pt x="718" y="1094"/>
                    <a:pt x="625" y="1157"/>
                    <a:pt x="500" y="1157"/>
                  </a:cubicBezTo>
                  <a:cubicBezTo>
                    <a:pt x="375" y="1157"/>
                    <a:pt x="249" y="1094"/>
                    <a:pt x="187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3" y="1219"/>
                    <a:pt x="249" y="1375"/>
                    <a:pt x="500" y="1375"/>
                  </a:cubicBezTo>
                  <a:cubicBezTo>
                    <a:pt x="750" y="1375"/>
                    <a:pt x="937" y="1219"/>
                    <a:pt x="937" y="938"/>
                  </a:cubicBezTo>
                  <a:cubicBezTo>
                    <a:pt x="937" y="563"/>
                    <a:pt x="312" y="594"/>
                    <a:pt x="312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1B675CF3-BCC9-7E3F-647F-19755050F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868363"/>
              <a:ext cx="2947987" cy="3622675"/>
            </a:xfrm>
            <a:custGeom>
              <a:avLst/>
              <a:gdLst>
                <a:gd name="T0" fmla="*/ 4093 w 8188"/>
                <a:gd name="T1" fmla="*/ 1625 h 10062"/>
                <a:gd name="T2" fmla="*/ 6905 w 8188"/>
                <a:gd name="T3" fmla="*/ 10061 h 10062"/>
                <a:gd name="T4" fmla="*/ 8187 w 8188"/>
                <a:gd name="T5" fmla="*/ 10061 h 10062"/>
                <a:gd name="T6" fmla="*/ 4687 w 8188"/>
                <a:gd name="T7" fmla="*/ 0 h 10062"/>
                <a:gd name="T8" fmla="*/ 3500 w 8188"/>
                <a:gd name="T9" fmla="*/ 0 h 10062"/>
                <a:gd name="T10" fmla="*/ 0 w 8188"/>
                <a:gd name="T11" fmla="*/ 10061 h 10062"/>
                <a:gd name="T12" fmla="*/ 1281 w 8188"/>
                <a:gd name="T13" fmla="*/ 10061 h 10062"/>
                <a:gd name="T14" fmla="*/ 4093 w 8188"/>
                <a:gd name="T15" fmla="*/ 1625 h 10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88" h="10062">
                  <a:moveTo>
                    <a:pt x="4093" y="1625"/>
                  </a:moveTo>
                  <a:lnTo>
                    <a:pt x="6905" y="10061"/>
                  </a:lnTo>
                  <a:lnTo>
                    <a:pt x="8187" y="10061"/>
                  </a:lnTo>
                  <a:lnTo>
                    <a:pt x="4687" y="0"/>
                  </a:lnTo>
                  <a:lnTo>
                    <a:pt x="3500" y="0"/>
                  </a:lnTo>
                  <a:lnTo>
                    <a:pt x="0" y="10061"/>
                  </a:lnTo>
                  <a:lnTo>
                    <a:pt x="1281" y="10061"/>
                  </a:lnTo>
                  <a:lnTo>
                    <a:pt x="4093" y="162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F9AE631D-DBA0-6E6C-7DE2-E8075876E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0638" y="2770188"/>
              <a:ext cx="3295650" cy="1068387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23141C01-5238-A0AA-B159-B75F0A5EB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0545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6E452DA-A592-D38A-C5A8-0D9E0EB3B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6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56" name="Freeform 10">
              <a:extLst>
                <a:ext uri="{FF2B5EF4-FFF2-40B4-BE49-F238E27FC236}">
                  <a16:creationId xmlns:a16="http://schemas.microsoft.com/office/drawing/2014/main" id="{E505F9A2-5EFE-69C3-CD7C-50CF11BD5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9765" y="5856056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6628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ne Slide Mø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415E513E-489F-250E-9BCD-964A0FE5C70C}"/>
              </a:ext>
            </a:extLst>
          </p:cNvPr>
          <p:cNvSpPr/>
          <p:nvPr userDrawn="1"/>
        </p:nvSpPr>
        <p:spPr>
          <a:xfrm>
            <a:off x="0" y="0"/>
            <a:ext cx="11520488" cy="6480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Kombinationstegning 27">
            <a:extLst>
              <a:ext uri="{FF2B5EF4-FFF2-40B4-BE49-F238E27FC236}">
                <a16:creationId xmlns:a16="http://schemas.microsoft.com/office/drawing/2014/main" id="{8E822404-B5A6-357F-ED0D-12564D9888D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rot="3326868">
            <a:off x="8903088" y="298598"/>
            <a:ext cx="3056180" cy="2853141"/>
          </a:xfrm>
          <a:custGeom>
            <a:avLst/>
            <a:gdLst>
              <a:gd name="connsiteX0" fmla="*/ 0 w 3056180"/>
              <a:gd name="connsiteY0" fmla="*/ 1134916 h 2853141"/>
              <a:gd name="connsiteX1" fmla="*/ 1255549 w 3056180"/>
              <a:gd name="connsiteY1" fmla="*/ 128762 h 2853141"/>
              <a:gd name="connsiteX2" fmla="*/ 1377112 w 3056180"/>
              <a:gd name="connsiteY2" fmla="*/ 0 h 2853141"/>
              <a:gd name="connsiteX3" fmla="*/ 3056180 w 3056180"/>
              <a:gd name="connsiteY3" fmla="*/ 1156245 h 2853141"/>
              <a:gd name="connsiteX4" fmla="*/ 3048622 w 3056180"/>
              <a:gd name="connsiteY4" fmla="*/ 1165228 h 2853141"/>
              <a:gd name="connsiteX5" fmla="*/ 1078396 w 3056180"/>
              <a:gd name="connsiteY5" fmla="*/ 2853141 h 2853141"/>
              <a:gd name="connsiteX6" fmla="*/ 0 w 3056180"/>
              <a:gd name="connsiteY6" fmla="*/ 1134916 h 2853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6180" h="2853141">
                <a:moveTo>
                  <a:pt x="0" y="1134916"/>
                </a:moveTo>
                <a:cubicBezTo>
                  <a:pt x="457915" y="844934"/>
                  <a:pt x="878303" y="506926"/>
                  <a:pt x="1255549" y="128762"/>
                </a:cubicBezTo>
                <a:lnTo>
                  <a:pt x="1377112" y="0"/>
                </a:lnTo>
                <a:lnTo>
                  <a:pt x="3056180" y="1156245"/>
                </a:lnTo>
                <a:lnTo>
                  <a:pt x="3048622" y="1165228"/>
                </a:lnTo>
                <a:cubicBezTo>
                  <a:pt x="2480682" y="1804205"/>
                  <a:pt x="1820254" y="2372480"/>
                  <a:pt x="1078396" y="2853141"/>
                </a:cubicBezTo>
                <a:cubicBezTo>
                  <a:pt x="0" y="1134916"/>
                  <a:pt x="0" y="1134916"/>
                  <a:pt x="0" y="11349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da-DK" dirty="0">
              <a:latin typeface="Apercu" panose="02000506040000020004" pitchFamily="2" charset="77"/>
            </a:endParaRPr>
          </a:p>
        </p:txBody>
      </p:sp>
      <p:sp>
        <p:nvSpPr>
          <p:cNvPr id="29" name="Kombinationstegning 28">
            <a:extLst>
              <a:ext uri="{FF2B5EF4-FFF2-40B4-BE49-F238E27FC236}">
                <a16:creationId xmlns:a16="http://schemas.microsoft.com/office/drawing/2014/main" id="{4870DC76-2888-1612-C502-3B31CBEF096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rot="3326868">
            <a:off x="-555016" y="3248941"/>
            <a:ext cx="4793825" cy="4274773"/>
          </a:xfrm>
          <a:custGeom>
            <a:avLst/>
            <a:gdLst>
              <a:gd name="connsiteX0" fmla="*/ 0 w 4793825"/>
              <a:gd name="connsiteY0" fmla="*/ 2723187 h 4274773"/>
              <a:gd name="connsiteX1" fmla="*/ 322453 w 4793825"/>
              <a:gd name="connsiteY1" fmla="*/ 2621985 h 4274773"/>
              <a:gd name="connsiteX2" fmla="*/ 4098375 w 4793825"/>
              <a:gd name="connsiteY2" fmla="*/ 0 h 4274773"/>
              <a:gd name="connsiteX3" fmla="*/ 4681300 w 4793825"/>
              <a:gd name="connsiteY3" fmla="*/ 490603 h 4274773"/>
              <a:gd name="connsiteX4" fmla="*/ 4793825 w 4793825"/>
              <a:gd name="connsiteY4" fmla="*/ 585307 h 4274773"/>
              <a:gd name="connsiteX5" fmla="*/ 2253172 w 4793825"/>
              <a:gd name="connsiteY5" fmla="*/ 4274773 h 4274773"/>
              <a:gd name="connsiteX6" fmla="*/ 0 w 4793825"/>
              <a:gd name="connsiteY6" fmla="*/ 2723187 h 427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93825" h="4274773">
                <a:moveTo>
                  <a:pt x="0" y="2723187"/>
                </a:moveTo>
                <a:lnTo>
                  <a:pt x="322453" y="2621985"/>
                </a:lnTo>
                <a:cubicBezTo>
                  <a:pt x="1790793" y="2116427"/>
                  <a:pt x="3100656" y="1214610"/>
                  <a:pt x="4098375" y="0"/>
                </a:cubicBezTo>
                <a:cubicBezTo>
                  <a:pt x="4319127" y="185791"/>
                  <a:pt x="4512286" y="348358"/>
                  <a:pt x="4681300" y="490603"/>
                </a:cubicBezTo>
                <a:lnTo>
                  <a:pt x="4793825" y="585307"/>
                </a:lnTo>
                <a:lnTo>
                  <a:pt x="2253172" y="4274773"/>
                </a:lnTo>
                <a:lnTo>
                  <a:pt x="0" y="272318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da-DK" dirty="0">
              <a:latin typeface="Apercu" panose="02000506040000020004" pitchFamily="2" charset="77"/>
            </a:endParaRPr>
          </a:p>
        </p:txBody>
      </p:sp>
      <p:sp>
        <p:nvSpPr>
          <p:cNvPr id="55" name="Pladsholder til tekst 37">
            <a:extLst>
              <a:ext uri="{FF2B5EF4-FFF2-40B4-BE49-F238E27FC236}">
                <a16:creationId xmlns:a16="http://schemas.microsoft.com/office/drawing/2014/main" id="{4EABF7CF-181F-9906-3B53-8E156CB9F4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59794" y="1619884"/>
            <a:ext cx="7200900" cy="324040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 defTabSz="1152053" rtl="0" eaLnBrk="1" latinLnBrk="0" hangingPunct="1">
              <a:lnSpc>
                <a:spcPts val="4800"/>
              </a:lnSpc>
              <a:spcBef>
                <a:spcPts val="0"/>
              </a:spcBef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bg1"/>
                </a:solidFill>
                <a:latin typeface="Apercu Pro Black" panose="020B0503050601040103" pitchFamily="34" charset="0"/>
                <a:ea typeface="+mn-ea"/>
                <a:cs typeface="+mn-cs"/>
              </a:defRPr>
            </a:lvl1pPr>
            <a:lvl2pPr marL="576026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2pPr>
            <a:lvl3pPr marL="1152053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3pPr>
            <a:lvl4pPr marL="1728079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4pPr>
            <a:lvl5pPr marL="2304105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5pPr>
          </a:lstStyle>
          <a:p>
            <a:r>
              <a:rPr lang="da-DK" sz="4000" dirty="0">
                <a:solidFill>
                  <a:schemeClr val="bg1"/>
                </a:solidFill>
                <a:latin typeface="Apercu Pro Black" panose="020B0A03050601040103" pitchFamily="34" charset="0"/>
              </a:rPr>
              <a:t>Dette er et slide du kan smide ind som intro på et nyt emne, du kan også foreslå en pause.</a:t>
            </a:r>
          </a:p>
        </p:txBody>
      </p:sp>
      <p:grpSp>
        <p:nvGrpSpPr>
          <p:cNvPr id="5" name="Gruppe 4">
            <a:extLst>
              <a:ext uri="{FF2B5EF4-FFF2-40B4-BE49-F238E27FC236}">
                <a16:creationId xmlns:a16="http://schemas.microsoft.com/office/drawing/2014/main" id="{41A12577-4D36-8B66-F1A9-7A6BC18013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21500" y="5220402"/>
            <a:ext cx="579374" cy="540000"/>
            <a:chOff x="1255713" y="868363"/>
            <a:chExt cx="5884862" cy="5471880"/>
          </a:xfrm>
          <a:solidFill>
            <a:schemeClr val="bg1"/>
          </a:solidFill>
        </p:grpSpPr>
        <p:sp>
          <p:nvSpPr>
            <p:cNvPr id="6" name="Freeform 1">
              <a:extLst>
                <a:ext uri="{FF2B5EF4-FFF2-40B4-BE49-F238E27FC236}">
                  <a16:creationId xmlns:a16="http://schemas.microsoft.com/office/drawing/2014/main" id="{3CEEE01E-C77F-7595-7F6C-BC12EDED0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713" y="482758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44 h 1813"/>
                <a:gd name="T8" fmla="*/ 1094 w 1501"/>
                <a:gd name="T9" fmla="*/ 1344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125 h 1813"/>
                <a:gd name="T20" fmla="*/ 750 w 1501"/>
                <a:gd name="T21" fmla="*/ 281 h 1813"/>
                <a:gd name="T22" fmla="*/ 1031 w 1501"/>
                <a:gd name="T23" fmla="*/ 1125 h 1813"/>
                <a:gd name="T24" fmla="*/ 469 w 1501"/>
                <a:gd name="T25" fmla="*/ 1125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44"/>
                  </a:lnTo>
                  <a:lnTo>
                    <a:pt x="1094" y="1344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125"/>
                  </a:moveTo>
                  <a:lnTo>
                    <a:pt x="750" y="281"/>
                  </a:lnTo>
                  <a:lnTo>
                    <a:pt x="1031" y="1125"/>
                  </a:lnTo>
                  <a:lnTo>
                    <a:pt x="469" y="112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7" name="Freeform 2">
              <a:extLst>
                <a:ext uri="{FF2B5EF4-FFF2-40B4-BE49-F238E27FC236}">
                  <a16:creationId xmlns:a16="http://schemas.microsoft.com/office/drawing/2014/main" id="{B078D7A9-EF14-4100-4B45-2C78D8BA6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500" y="4816475"/>
              <a:ext cx="382588" cy="663575"/>
            </a:xfrm>
            <a:custGeom>
              <a:avLst/>
              <a:gdLst>
                <a:gd name="T0" fmla="*/ 1031 w 1064"/>
                <a:gd name="T1" fmla="*/ 531 h 1844"/>
                <a:gd name="T2" fmla="*/ 750 w 1064"/>
                <a:gd name="T3" fmla="*/ 531 h 1844"/>
                <a:gd name="T4" fmla="*/ 219 w 1064"/>
                <a:gd name="T5" fmla="*/ 1093 h 1844"/>
                <a:gd name="T6" fmla="*/ 219 w 1064"/>
                <a:gd name="T7" fmla="*/ 0 h 1844"/>
                <a:gd name="T8" fmla="*/ 0 w 1064"/>
                <a:gd name="T9" fmla="*/ 0 h 1844"/>
                <a:gd name="T10" fmla="*/ 0 w 1064"/>
                <a:gd name="T11" fmla="*/ 1843 h 1844"/>
                <a:gd name="T12" fmla="*/ 219 w 1064"/>
                <a:gd name="T13" fmla="*/ 1843 h 1844"/>
                <a:gd name="T14" fmla="*/ 219 w 1064"/>
                <a:gd name="T15" fmla="*/ 1187 h 1844"/>
                <a:gd name="T16" fmla="*/ 781 w 1064"/>
                <a:gd name="T17" fmla="*/ 1843 h 1844"/>
                <a:gd name="T18" fmla="*/ 1063 w 1064"/>
                <a:gd name="T19" fmla="*/ 1843 h 1844"/>
                <a:gd name="T20" fmla="*/ 469 w 1064"/>
                <a:gd name="T21" fmla="*/ 1156 h 1844"/>
                <a:gd name="T22" fmla="*/ 1031 w 1064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4" h="1844">
                  <a:moveTo>
                    <a:pt x="1031" y="531"/>
                  </a:moveTo>
                  <a:lnTo>
                    <a:pt x="750" y="531"/>
                  </a:lnTo>
                  <a:lnTo>
                    <a:pt x="219" y="1093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9" y="1843"/>
                  </a:lnTo>
                  <a:lnTo>
                    <a:pt x="219" y="1187"/>
                  </a:lnTo>
                  <a:lnTo>
                    <a:pt x="781" y="1843"/>
                  </a:lnTo>
                  <a:lnTo>
                    <a:pt x="1063" y="1843"/>
                  </a:lnTo>
                  <a:lnTo>
                    <a:pt x="469" y="1156"/>
                  </a:lnTo>
                  <a:lnTo>
                    <a:pt x="1031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3AD6367A-2388-73EF-DCEE-70BE9840D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200" y="5008563"/>
              <a:ext cx="371475" cy="484187"/>
            </a:xfrm>
            <a:custGeom>
              <a:avLst/>
              <a:gdLst>
                <a:gd name="T0" fmla="*/ 531 w 1032"/>
                <a:gd name="T1" fmla="*/ 0 h 1345"/>
                <a:gd name="T2" fmla="*/ 531 w 1032"/>
                <a:gd name="T3" fmla="*/ 0 h 1345"/>
                <a:gd name="T4" fmla="*/ 62 w 1032"/>
                <a:gd name="T5" fmla="*/ 344 h 1345"/>
                <a:gd name="T6" fmla="*/ 250 w 1032"/>
                <a:gd name="T7" fmla="*/ 406 h 1345"/>
                <a:gd name="T8" fmla="*/ 531 w 1032"/>
                <a:gd name="T9" fmla="*/ 187 h 1345"/>
                <a:gd name="T10" fmla="*/ 812 w 1032"/>
                <a:gd name="T11" fmla="*/ 469 h 1345"/>
                <a:gd name="T12" fmla="*/ 812 w 1032"/>
                <a:gd name="T13" fmla="*/ 500 h 1345"/>
                <a:gd name="T14" fmla="*/ 594 w 1032"/>
                <a:gd name="T15" fmla="*/ 500 h 1345"/>
                <a:gd name="T16" fmla="*/ 0 w 1032"/>
                <a:gd name="T17" fmla="*/ 937 h 1345"/>
                <a:gd name="T18" fmla="*/ 406 w 1032"/>
                <a:gd name="T19" fmla="*/ 1344 h 1345"/>
                <a:gd name="T20" fmla="*/ 812 w 1032"/>
                <a:gd name="T21" fmla="*/ 1125 h 1345"/>
                <a:gd name="T22" fmla="*/ 875 w 1032"/>
                <a:gd name="T23" fmla="*/ 1312 h 1345"/>
                <a:gd name="T24" fmla="*/ 1031 w 1032"/>
                <a:gd name="T25" fmla="*/ 1312 h 1345"/>
                <a:gd name="T26" fmla="*/ 1031 w 1032"/>
                <a:gd name="T27" fmla="*/ 469 h 1345"/>
                <a:gd name="T28" fmla="*/ 531 w 1032"/>
                <a:gd name="T29" fmla="*/ 0 h 1345"/>
                <a:gd name="T30" fmla="*/ 812 w 1032"/>
                <a:gd name="T31" fmla="*/ 750 h 1345"/>
                <a:gd name="T32" fmla="*/ 812 w 1032"/>
                <a:gd name="T33" fmla="*/ 750 h 1345"/>
                <a:gd name="T34" fmla="*/ 719 w 1032"/>
                <a:gd name="T35" fmla="*/ 1062 h 1345"/>
                <a:gd name="T36" fmla="*/ 437 w 1032"/>
                <a:gd name="T37" fmla="*/ 1156 h 1345"/>
                <a:gd name="T38" fmla="*/ 219 w 1032"/>
                <a:gd name="T39" fmla="*/ 937 h 1345"/>
                <a:gd name="T40" fmla="*/ 594 w 1032"/>
                <a:gd name="T41" fmla="*/ 719 h 1345"/>
                <a:gd name="T42" fmla="*/ 812 w 1032"/>
                <a:gd name="T43" fmla="*/ 719 h 1345"/>
                <a:gd name="T44" fmla="*/ 531 w 1032"/>
                <a:gd name="T45" fmla="*/ 0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2" h="1345">
                  <a:moveTo>
                    <a:pt x="531" y="0"/>
                  </a:moveTo>
                  <a:lnTo>
                    <a:pt x="531" y="0"/>
                  </a:lnTo>
                  <a:cubicBezTo>
                    <a:pt x="281" y="0"/>
                    <a:pt x="94" y="125"/>
                    <a:pt x="62" y="344"/>
                  </a:cubicBezTo>
                  <a:cubicBezTo>
                    <a:pt x="250" y="406"/>
                    <a:pt x="250" y="406"/>
                    <a:pt x="250" y="406"/>
                  </a:cubicBezTo>
                  <a:cubicBezTo>
                    <a:pt x="281" y="250"/>
                    <a:pt x="375" y="187"/>
                    <a:pt x="531" y="187"/>
                  </a:cubicBezTo>
                  <a:cubicBezTo>
                    <a:pt x="719" y="187"/>
                    <a:pt x="812" y="281"/>
                    <a:pt x="812" y="469"/>
                  </a:cubicBezTo>
                  <a:cubicBezTo>
                    <a:pt x="812" y="500"/>
                    <a:pt x="812" y="500"/>
                    <a:pt x="812" y="500"/>
                  </a:cubicBezTo>
                  <a:cubicBezTo>
                    <a:pt x="594" y="500"/>
                    <a:pt x="594" y="500"/>
                    <a:pt x="594" y="500"/>
                  </a:cubicBezTo>
                  <a:cubicBezTo>
                    <a:pt x="219" y="500"/>
                    <a:pt x="0" y="656"/>
                    <a:pt x="0" y="937"/>
                  </a:cubicBezTo>
                  <a:cubicBezTo>
                    <a:pt x="0" y="1219"/>
                    <a:pt x="187" y="1344"/>
                    <a:pt x="406" y="1344"/>
                  </a:cubicBezTo>
                  <a:cubicBezTo>
                    <a:pt x="594" y="1344"/>
                    <a:pt x="719" y="1281"/>
                    <a:pt x="812" y="1125"/>
                  </a:cubicBezTo>
                  <a:cubicBezTo>
                    <a:pt x="875" y="1312"/>
                    <a:pt x="875" y="1312"/>
                    <a:pt x="875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69"/>
                    <a:pt x="1031" y="469"/>
                    <a:pt x="1031" y="469"/>
                  </a:cubicBezTo>
                  <a:cubicBezTo>
                    <a:pt x="1031" y="156"/>
                    <a:pt x="844" y="0"/>
                    <a:pt x="531" y="0"/>
                  </a:cubicBezTo>
                  <a:lnTo>
                    <a:pt x="812" y="750"/>
                  </a:lnTo>
                  <a:lnTo>
                    <a:pt x="812" y="750"/>
                  </a:lnTo>
                  <a:cubicBezTo>
                    <a:pt x="812" y="875"/>
                    <a:pt x="781" y="969"/>
                    <a:pt x="719" y="1062"/>
                  </a:cubicBezTo>
                  <a:cubicBezTo>
                    <a:pt x="625" y="1125"/>
                    <a:pt x="531" y="1156"/>
                    <a:pt x="437" y="1156"/>
                  </a:cubicBezTo>
                  <a:cubicBezTo>
                    <a:pt x="312" y="1156"/>
                    <a:pt x="219" y="1062"/>
                    <a:pt x="219" y="937"/>
                  </a:cubicBezTo>
                  <a:cubicBezTo>
                    <a:pt x="219" y="781"/>
                    <a:pt x="344" y="719"/>
                    <a:pt x="594" y="719"/>
                  </a:cubicBezTo>
                  <a:cubicBezTo>
                    <a:pt x="812" y="719"/>
                    <a:pt x="812" y="719"/>
                    <a:pt x="812" y="719"/>
                  </a:cubicBezTo>
                  <a:lnTo>
                    <a:pt x="531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4F5A992-F259-5E32-330A-2A740C986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816475"/>
              <a:ext cx="427037" cy="674688"/>
            </a:xfrm>
            <a:custGeom>
              <a:avLst/>
              <a:gdLst>
                <a:gd name="T0" fmla="*/ 562 w 1188"/>
                <a:gd name="T1" fmla="*/ 1875 h 1876"/>
                <a:gd name="T2" fmla="*/ 562 w 1188"/>
                <a:gd name="T3" fmla="*/ 1875 h 1876"/>
                <a:gd name="T4" fmla="*/ 969 w 1188"/>
                <a:gd name="T5" fmla="*/ 1687 h 1876"/>
                <a:gd name="T6" fmla="*/ 969 w 1188"/>
                <a:gd name="T7" fmla="*/ 1843 h 1876"/>
                <a:gd name="T8" fmla="*/ 1187 w 1188"/>
                <a:gd name="T9" fmla="*/ 1843 h 1876"/>
                <a:gd name="T10" fmla="*/ 1187 w 1188"/>
                <a:gd name="T11" fmla="*/ 0 h 1876"/>
                <a:gd name="T12" fmla="*/ 969 w 1188"/>
                <a:gd name="T13" fmla="*/ 0 h 1876"/>
                <a:gd name="T14" fmla="*/ 969 w 1188"/>
                <a:gd name="T15" fmla="*/ 687 h 1876"/>
                <a:gd name="T16" fmla="*/ 812 w 1188"/>
                <a:gd name="T17" fmla="*/ 562 h 1876"/>
                <a:gd name="T18" fmla="*/ 562 w 1188"/>
                <a:gd name="T19" fmla="*/ 531 h 1876"/>
                <a:gd name="T20" fmla="*/ 0 w 1188"/>
                <a:gd name="T21" fmla="*/ 1187 h 1876"/>
                <a:gd name="T22" fmla="*/ 562 w 1188"/>
                <a:gd name="T23" fmla="*/ 1875 h 1876"/>
                <a:gd name="T24" fmla="*/ 594 w 1188"/>
                <a:gd name="T25" fmla="*/ 718 h 1876"/>
                <a:gd name="T26" fmla="*/ 594 w 1188"/>
                <a:gd name="T27" fmla="*/ 718 h 1876"/>
                <a:gd name="T28" fmla="*/ 969 w 1188"/>
                <a:gd name="T29" fmla="*/ 1187 h 1876"/>
                <a:gd name="T30" fmla="*/ 594 w 1188"/>
                <a:gd name="T31" fmla="*/ 1687 h 1876"/>
                <a:gd name="T32" fmla="*/ 219 w 1188"/>
                <a:gd name="T33" fmla="*/ 1187 h 1876"/>
                <a:gd name="T34" fmla="*/ 594 w 1188"/>
                <a:gd name="T35" fmla="*/ 718 h 1876"/>
                <a:gd name="T36" fmla="*/ 562 w 1188"/>
                <a:gd name="T37" fmla="*/ 1875 h 1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88" h="1876">
                  <a:moveTo>
                    <a:pt x="562" y="1875"/>
                  </a:moveTo>
                  <a:lnTo>
                    <a:pt x="562" y="1875"/>
                  </a:lnTo>
                  <a:cubicBezTo>
                    <a:pt x="719" y="1875"/>
                    <a:pt x="906" y="1781"/>
                    <a:pt x="969" y="1687"/>
                  </a:cubicBezTo>
                  <a:cubicBezTo>
                    <a:pt x="969" y="1843"/>
                    <a:pt x="969" y="1843"/>
                    <a:pt x="969" y="1843"/>
                  </a:cubicBezTo>
                  <a:cubicBezTo>
                    <a:pt x="1187" y="1843"/>
                    <a:pt x="1187" y="1843"/>
                    <a:pt x="1187" y="1843"/>
                  </a:cubicBezTo>
                  <a:cubicBezTo>
                    <a:pt x="1187" y="0"/>
                    <a:pt x="1187" y="0"/>
                    <a:pt x="1187" y="0"/>
                  </a:cubicBezTo>
                  <a:cubicBezTo>
                    <a:pt x="969" y="0"/>
                    <a:pt x="969" y="0"/>
                    <a:pt x="969" y="0"/>
                  </a:cubicBezTo>
                  <a:cubicBezTo>
                    <a:pt x="969" y="687"/>
                    <a:pt x="969" y="687"/>
                    <a:pt x="969" y="687"/>
                  </a:cubicBezTo>
                  <a:cubicBezTo>
                    <a:pt x="937" y="656"/>
                    <a:pt x="875" y="625"/>
                    <a:pt x="812" y="562"/>
                  </a:cubicBezTo>
                  <a:cubicBezTo>
                    <a:pt x="719" y="531"/>
                    <a:pt x="656" y="531"/>
                    <a:pt x="562" y="531"/>
                  </a:cubicBezTo>
                  <a:cubicBezTo>
                    <a:pt x="187" y="531"/>
                    <a:pt x="0" y="781"/>
                    <a:pt x="0" y="1187"/>
                  </a:cubicBezTo>
                  <a:cubicBezTo>
                    <a:pt x="0" y="1593"/>
                    <a:pt x="187" y="1875"/>
                    <a:pt x="562" y="1875"/>
                  </a:cubicBezTo>
                  <a:lnTo>
                    <a:pt x="594" y="718"/>
                  </a:lnTo>
                  <a:lnTo>
                    <a:pt x="594" y="718"/>
                  </a:lnTo>
                  <a:cubicBezTo>
                    <a:pt x="844" y="718"/>
                    <a:pt x="969" y="906"/>
                    <a:pt x="969" y="1187"/>
                  </a:cubicBezTo>
                  <a:cubicBezTo>
                    <a:pt x="969" y="1468"/>
                    <a:pt x="844" y="1687"/>
                    <a:pt x="594" y="1687"/>
                  </a:cubicBezTo>
                  <a:cubicBezTo>
                    <a:pt x="375" y="1687"/>
                    <a:pt x="219" y="1468"/>
                    <a:pt x="219" y="1187"/>
                  </a:cubicBezTo>
                  <a:cubicBezTo>
                    <a:pt x="219" y="906"/>
                    <a:pt x="375" y="718"/>
                    <a:pt x="594" y="718"/>
                  </a:cubicBezTo>
                  <a:lnTo>
                    <a:pt x="562" y="187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BBB0C3E-8BB5-D2F9-4C93-E36154CFB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5008563"/>
              <a:ext cx="641350" cy="473075"/>
            </a:xfrm>
            <a:custGeom>
              <a:avLst/>
              <a:gdLst>
                <a:gd name="T0" fmla="*/ 1780 w 1781"/>
                <a:gd name="T1" fmla="*/ 1312 h 1313"/>
                <a:gd name="T2" fmla="*/ 1780 w 1781"/>
                <a:gd name="T3" fmla="*/ 1312 h 1313"/>
                <a:gd name="T4" fmla="*/ 1780 w 1781"/>
                <a:gd name="T5" fmla="*/ 406 h 1313"/>
                <a:gd name="T6" fmla="*/ 1405 w 1781"/>
                <a:gd name="T7" fmla="*/ 0 h 1313"/>
                <a:gd name="T8" fmla="*/ 968 w 1781"/>
                <a:gd name="T9" fmla="*/ 250 h 1313"/>
                <a:gd name="T10" fmla="*/ 625 w 1781"/>
                <a:gd name="T11" fmla="*/ 0 h 1313"/>
                <a:gd name="T12" fmla="*/ 218 w 1781"/>
                <a:gd name="T13" fmla="*/ 250 h 1313"/>
                <a:gd name="T14" fmla="*/ 218 w 1781"/>
                <a:gd name="T15" fmla="*/ 0 h 1313"/>
                <a:gd name="T16" fmla="*/ 0 w 1781"/>
                <a:gd name="T17" fmla="*/ 0 h 1313"/>
                <a:gd name="T18" fmla="*/ 0 w 1781"/>
                <a:gd name="T19" fmla="*/ 1312 h 1313"/>
                <a:gd name="T20" fmla="*/ 218 w 1781"/>
                <a:gd name="T21" fmla="*/ 1312 h 1313"/>
                <a:gd name="T22" fmla="*/ 218 w 1781"/>
                <a:gd name="T23" fmla="*/ 781 h 1313"/>
                <a:gd name="T24" fmla="*/ 562 w 1781"/>
                <a:gd name="T25" fmla="*/ 187 h 1313"/>
                <a:gd name="T26" fmla="*/ 781 w 1781"/>
                <a:gd name="T27" fmla="*/ 437 h 1313"/>
                <a:gd name="T28" fmla="*/ 781 w 1781"/>
                <a:gd name="T29" fmla="*/ 1312 h 1313"/>
                <a:gd name="T30" fmla="*/ 1000 w 1781"/>
                <a:gd name="T31" fmla="*/ 1312 h 1313"/>
                <a:gd name="T32" fmla="*/ 1000 w 1781"/>
                <a:gd name="T33" fmla="*/ 781 h 1313"/>
                <a:gd name="T34" fmla="*/ 1343 w 1781"/>
                <a:gd name="T35" fmla="*/ 187 h 1313"/>
                <a:gd name="T36" fmla="*/ 1561 w 1781"/>
                <a:gd name="T37" fmla="*/ 437 h 1313"/>
                <a:gd name="T38" fmla="*/ 1561 w 1781"/>
                <a:gd name="T39" fmla="*/ 1312 h 1313"/>
                <a:gd name="T40" fmla="*/ 1780 w 1781"/>
                <a:gd name="T41" fmla="*/ 1312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81" h="1313">
                  <a:moveTo>
                    <a:pt x="1780" y="1312"/>
                  </a:moveTo>
                  <a:lnTo>
                    <a:pt x="1780" y="1312"/>
                  </a:lnTo>
                  <a:cubicBezTo>
                    <a:pt x="1780" y="406"/>
                    <a:pt x="1780" y="406"/>
                    <a:pt x="1780" y="406"/>
                  </a:cubicBezTo>
                  <a:cubicBezTo>
                    <a:pt x="1780" y="125"/>
                    <a:pt x="1655" y="0"/>
                    <a:pt x="1405" y="0"/>
                  </a:cubicBezTo>
                  <a:cubicBezTo>
                    <a:pt x="1218" y="0"/>
                    <a:pt x="1062" y="94"/>
                    <a:pt x="968" y="250"/>
                  </a:cubicBezTo>
                  <a:cubicBezTo>
                    <a:pt x="937" y="94"/>
                    <a:pt x="812" y="0"/>
                    <a:pt x="625" y="0"/>
                  </a:cubicBezTo>
                  <a:cubicBezTo>
                    <a:pt x="437" y="0"/>
                    <a:pt x="312" y="62"/>
                    <a:pt x="218" y="25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8" y="1312"/>
                    <a:pt x="218" y="1312"/>
                    <a:pt x="218" y="1312"/>
                  </a:cubicBezTo>
                  <a:cubicBezTo>
                    <a:pt x="218" y="781"/>
                    <a:pt x="218" y="781"/>
                    <a:pt x="218" y="781"/>
                  </a:cubicBezTo>
                  <a:cubicBezTo>
                    <a:pt x="218" y="406"/>
                    <a:pt x="375" y="187"/>
                    <a:pt x="562" y="187"/>
                  </a:cubicBezTo>
                  <a:cubicBezTo>
                    <a:pt x="718" y="187"/>
                    <a:pt x="781" y="281"/>
                    <a:pt x="781" y="437"/>
                  </a:cubicBezTo>
                  <a:cubicBezTo>
                    <a:pt x="781" y="1312"/>
                    <a:pt x="781" y="1312"/>
                    <a:pt x="781" y="1312"/>
                  </a:cubicBezTo>
                  <a:cubicBezTo>
                    <a:pt x="1000" y="1312"/>
                    <a:pt x="1000" y="1312"/>
                    <a:pt x="1000" y="1312"/>
                  </a:cubicBezTo>
                  <a:cubicBezTo>
                    <a:pt x="1000" y="781"/>
                    <a:pt x="1000" y="781"/>
                    <a:pt x="1000" y="781"/>
                  </a:cubicBezTo>
                  <a:cubicBezTo>
                    <a:pt x="1000" y="406"/>
                    <a:pt x="1156" y="187"/>
                    <a:pt x="1343" y="187"/>
                  </a:cubicBezTo>
                  <a:cubicBezTo>
                    <a:pt x="1499" y="187"/>
                    <a:pt x="1561" y="281"/>
                    <a:pt x="1561" y="437"/>
                  </a:cubicBezTo>
                  <a:cubicBezTo>
                    <a:pt x="1561" y="1312"/>
                    <a:pt x="1561" y="1312"/>
                    <a:pt x="1561" y="1312"/>
                  </a:cubicBezTo>
                  <a:lnTo>
                    <a:pt x="1780" y="131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E1909E1-D1B9-EBA0-A02D-6E0797ED9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5008563"/>
              <a:ext cx="79375" cy="473075"/>
            </a:xfrm>
            <a:custGeom>
              <a:avLst/>
              <a:gdLst>
                <a:gd name="T0" fmla="*/ 219 w 220"/>
                <a:gd name="T1" fmla="*/ 0 h 1313"/>
                <a:gd name="T2" fmla="*/ 0 w 220"/>
                <a:gd name="T3" fmla="*/ 0 h 1313"/>
                <a:gd name="T4" fmla="*/ 0 w 220"/>
                <a:gd name="T5" fmla="*/ 1312 h 1313"/>
                <a:gd name="T6" fmla="*/ 219 w 220"/>
                <a:gd name="T7" fmla="*/ 1312 h 1313"/>
                <a:gd name="T8" fmla="*/ 219 w 220"/>
                <a:gd name="T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313">
                  <a:moveTo>
                    <a:pt x="219" y="0"/>
                  </a:moveTo>
                  <a:lnTo>
                    <a:pt x="0" y="0"/>
                  </a:lnTo>
                  <a:lnTo>
                    <a:pt x="0" y="1312"/>
                  </a:lnTo>
                  <a:lnTo>
                    <a:pt x="219" y="1312"/>
                  </a:lnTo>
                  <a:lnTo>
                    <a:pt x="21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078A4259-5E9B-56DD-1F90-17487A0B7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238" y="4816475"/>
              <a:ext cx="123825" cy="123825"/>
            </a:xfrm>
            <a:custGeom>
              <a:avLst/>
              <a:gdLst>
                <a:gd name="T0" fmla="*/ 344 w 345"/>
                <a:gd name="T1" fmla="*/ 187 h 344"/>
                <a:gd name="T2" fmla="*/ 344 w 345"/>
                <a:gd name="T3" fmla="*/ 187 h 344"/>
                <a:gd name="T4" fmla="*/ 156 w 345"/>
                <a:gd name="T5" fmla="*/ 0 h 344"/>
                <a:gd name="T6" fmla="*/ 0 w 345"/>
                <a:gd name="T7" fmla="*/ 187 h 344"/>
                <a:gd name="T8" fmla="*/ 156 w 345"/>
                <a:gd name="T9" fmla="*/ 343 h 344"/>
                <a:gd name="T10" fmla="*/ 344 w 345"/>
                <a:gd name="T11" fmla="*/ 187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5" h="344">
                  <a:moveTo>
                    <a:pt x="344" y="187"/>
                  </a:moveTo>
                  <a:lnTo>
                    <a:pt x="344" y="187"/>
                  </a:lnTo>
                  <a:cubicBezTo>
                    <a:pt x="344" y="93"/>
                    <a:pt x="250" y="0"/>
                    <a:pt x="156" y="0"/>
                  </a:cubicBezTo>
                  <a:cubicBezTo>
                    <a:pt x="62" y="0"/>
                    <a:pt x="0" y="93"/>
                    <a:pt x="0" y="187"/>
                  </a:cubicBezTo>
                  <a:cubicBezTo>
                    <a:pt x="0" y="281"/>
                    <a:pt x="62" y="343"/>
                    <a:pt x="156" y="343"/>
                  </a:cubicBezTo>
                  <a:cubicBezTo>
                    <a:pt x="250" y="343"/>
                    <a:pt x="344" y="281"/>
                    <a:pt x="344" y="18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5CC7ABE-C0BA-F3D8-D051-8D83D9FC0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816475"/>
              <a:ext cx="382587" cy="663575"/>
            </a:xfrm>
            <a:custGeom>
              <a:avLst/>
              <a:gdLst>
                <a:gd name="T0" fmla="*/ 750 w 1063"/>
                <a:gd name="T1" fmla="*/ 531 h 1844"/>
                <a:gd name="T2" fmla="*/ 218 w 1063"/>
                <a:gd name="T3" fmla="*/ 1093 h 1844"/>
                <a:gd name="T4" fmla="*/ 218 w 1063"/>
                <a:gd name="T5" fmla="*/ 0 h 1844"/>
                <a:gd name="T6" fmla="*/ 0 w 1063"/>
                <a:gd name="T7" fmla="*/ 0 h 1844"/>
                <a:gd name="T8" fmla="*/ 0 w 1063"/>
                <a:gd name="T9" fmla="*/ 1843 h 1844"/>
                <a:gd name="T10" fmla="*/ 218 w 1063"/>
                <a:gd name="T11" fmla="*/ 1843 h 1844"/>
                <a:gd name="T12" fmla="*/ 218 w 1063"/>
                <a:gd name="T13" fmla="*/ 1187 h 1844"/>
                <a:gd name="T14" fmla="*/ 781 w 1063"/>
                <a:gd name="T15" fmla="*/ 1843 h 1844"/>
                <a:gd name="T16" fmla="*/ 1062 w 1063"/>
                <a:gd name="T17" fmla="*/ 1843 h 1844"/>
                <a:gd name="T18" fmla="*/ 468 w 1063"/>
                <a:gd name="T19" fmla="*/ 1156 h 1844"/>
                <a:gd name="T20" fmla="*/ 1031 w 1063"/>
                <a:gd name="T21" fmla="*/ 531 h 1844"/>
                <a:gd name="T22" fmla="*/ 750 w 1063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4">
                  <a:moveTo>
                    <a:pt x="750" y="531"/>
                  </a:moveTo>
                  <a:lnTo>
                    <a:pt x="218" y="1093"/>
                  </a:lnTo>
                  <a:lnTo>
                    <a:pt x="218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8" y="1843"/>
                  </a:lnTo>
                  <a:lnTo>
                    <a:pt x="218" y="1187"/>
                  </a:lnTo>
                  <a:lnTo>
                    <a:pt x="781" y="1843"/>
                  </a:lnTo>
                  <a:lnTo>
                    <a:pt x="1062" y="1843"/>
                  </a:lnTo>
                  <a:lnTo>
                    <a:pt x="468" y="1156"/>
                  </a:lnTo>
                  <a:lnTo>
                    <a:pt x="1031" y="531"/>
                  </a:lnTo>
                  <a:lnTo>
                    <a:pt x="750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1337ADF-6259-8417-08F3-9FAB34755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4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E42A4CFE-7D68-BDE8-2C6D-04F010A6E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963" y="5008563"/>
              <a:ext cx="282575" cy="473075"/>
            </a:xfrm>
            <a:custGeom>
              <a:avLst/>
              <a:gdLst>
                <a:gd name="T0" fmla="*/ 219 w 783"/>
                <a:gd name="T1" fmla="*/ 219 h 1313"/>
                <a:gd name="T2" fmla="*/ 219 w 783"/>
                <a:gd name="T3" fmla="*/ 219 h 1313"/>
                <a:gd name="T4" fmla="*/ 219 w 783"/>
                <a:gd name="T5" fmla="*/ 0 h 1313"/>
                <a:gd name="T6" fmla="*/ 0 w 783"/>
                <a:gd name="T7" fmla="*/ 0 h 1313"/>
                <a:gd name="T8" fmla="*/ 0 w 783"/>
                <a:gd name="T9" fmla="*/ 1312 h 1313"/>
                <a:gd name="T10" fmla="*/ 219 w 783"/>
                <a:gd name="T11" fmla="*/ 1312 h 1313"/>
                <a:gd name="T12" fmla="*/ 219 w 783"/>
                <a:gd name="T13" fmla="*/ 812 h 1313"/>
                <a:gd name="T14" fmla="*/ 313 w 783"/>
                <a:gd name="T15" fmla="*/ 344 h 1313"/>
                <a:gd name="T16" fmla="*/ 594 w 783"/>
                <a:gd name="T17" fmla="*/ 187 h 1313"/>
                <a:gd name="T18" fmla="*/ 719 w 783"/>
                <a:gd name="T19" fmla="*/ 219 h 1313"/>
                <a:gd name="T20" fmla="*/ 782 w 783"/>
                <a:gd name="T21" fmla="*/ 31 h 1313"/>
                <a:gd name="T22" fmla="*/ 594 w 783"/>
                <a:gd name="T23" fmla="*/ 0 h 1313"/>
                <a:gd name="T24" fmla="*/ 219 w 783"/>
                <a:gd name="T25" fmla="*/ 219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1313">
                  <a:moveTo>
                    <a:pt x="219" y="219"/>
                  </a:moveTo>
                  <a:lnTo>
                    <a:pt x="219" y="219"/>
                  </a:ln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812"/>
                    <a:pt x="219" y="812"/>
                    <a:pt x="219" y="812"/>
                  </a:cubicBezTo>
                  <a:cubicBezTo>
                    <a:pt x="219" y="625"/>
                    <a:pt x="250" y="469"/>
                    <a:pt x="313" y="344"/>
                  </a:cubicBezTo>
                  <a:cubicBezTo>
                    <a:pt x="407" y="250"/>
                    <a:pt x="469" y="187"/>
                    <a:pt x="594" y="187"/>
                  </a:cubicBezTo>
                  <a:cubicBezTo>
                    <a:pt x="625" y="187"/>
                    <a:pt x="688" y="187"/>
                    <a:pt x="719" y="219"/>
                  </a:cubicBezTo>
                  <a:cubicBezTo>
                    <a:pt x="782" y="31"/>
                    <a:pt x="782" y="31"/>
                    <a:pt x="782" y="31"/>
                  </a:cubicBezTo>
                  <a:cubicBezTo>
                    <a:pt x="719" y="0"/>
                    <a:pt x="657" y="0"/>
                    <a:pt x="594" y="0"/>
                  </a:cubicBezTo>
                  <a:cubicBezTo>
                    <a:pt x="438" y="0"/>
                    <a:pt x="282" y="94"/>
                    <a:pt x="219" y="21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F15A919A-450F-7480-432C-CB33557B9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100" y="5008563"/>
              <a:ext cx="371475" cy="473075"/>
            </a:xfrm>
            <a:custGeom>
              <a:avLst/>
              <a:gdLst>
                <a:gd name="T0" fmla="*/ 656 w 1032"/>
                <a:gd name="T1" fmla="*/ 0 h 1313"/>
                <a:gd name="T2" fmla="*/ 656 w 1032"/>
                <a:gd name="T3" fmla="*/ 0 h 1313"/>
                <a:gd name="T4" fmla="*/ 219 w 1032"/>
                <a:gd name="T5" fmla="*/ 250 h 1313"/>
                <a:gd name="T6" fmla="*/ 219 w 1032"/>
                <a:gd name="T7" fmla="*/ 0 h 1313"/>
                <a:gd name="T8" fmla="*/ 0 w 1032"/>
                <a:gd name="T9" fmla="*/ 0 h 1313"/>
                <a:gd name="T10" fmla="*/ 0 w 1032"/>
                <a:gd name="T11" fmla="*/ 1312 h 1313"/>
                <a:gd name="T12" fmla="*/ 219 w 1032"/>
                <a:gd name="T13" fmla="*/ 1312 h 1313"/>
                <a:gd name="T14" fmla="*/ 219 w 1032"/>
                <a:gd name="T15" fmla="*/ 781 h 1313"/>
                <a:gd name="T16" fmla="*/ 312 w 1032"/>
                <a:gd name="T17" fmla="*/ 344 h 1313"/>
                <a:gd name="T18" fmla="*/ 594 w 1032"/>
                <a:gd name="T19" fmla="*/ 187 h 1313"/>
                <a:gd name="T20" fmla="*/ 812 w 1032"/>
                <a:gd name="T21" fmla="*/ 469 h 1313"/>
                <a:gd name="T22" fmla="*/ 812 w 1032"/>
                <a:gd name="T23" fmla="*/ 1312 h 1313"/>
                <a:gd name="T24" fmla="*/ 1031 w 1032"/>
                <a:gd name="T25" fmla="*/ 1312 h 1313"/>
                <a:gd name="T26" fmla="*/ 1031 w 1032"/>
                <a:gd name="T27" fmla="*/ 406 h 1313"/>
                <a:gd name="T28" fmla="*/ 656 w 1032"/>
                <a:gd name="T2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2" h="1313">
                  <a:moveTo>
                    <a:pt x="656" y="0"/>
                  </a:moveTo>
                  <a:lnTo>
                    <a:pt x="656" y="0"/>
                  </a:lnTo>
                  <a:cubicBezTo>
                    <a:pt x="469" y="0"/>
                    <a:pt x="312" y="62"/>
                    <a:pt x="219" y="25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781"/>
                    <a:pt x="219" y="781"/>
                    <a:pt x="219" y="781"/>
                  </a:cubicBezTo>
                  <a:cubicBezTo>
                    <a:pt x="219" y="594"/>
                    <a:pt x="250" y="469"/>
                    <a:pt x="312" y="344"/>
                  </a:cubicBezTo>
                  <a:cubicBezTo>
                    <a:pt x="406" y="250"/>
                    <a:pt x="500" y="187"/>
                    <a:pt x="594" y="187"/>
                  </a:cubicBezTo>
                  <a:cubicBezTo>
                    <a:pt x="750" y="187"/>
                    <a:pt x="812" y="281"/>
                    <a:pt x="812" y="469"/>
                  </a:cubicBezTo>
                  <a:cubicBezTo>
                    <a:pt x="812" y="1312"/>
                    <a:pt x="812" y="1312"/>
                    <a:pt x="812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06"/>
                    <a:pt x="1031" y="406"/>
                    <a:pt x="1031" y="406"/>
                  </a:cubicBezTo>
                  <a:cubicBezTo>
                    <a:pt x="1031" y="125"/>
                    <a:pt x="875" y="0"/>
                    <a:pt x="65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D2299238-7DFD-E8EB-0735-E2F022260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5008563"/>
              <a:ext cx="338137" cy="484187"/>
            </a:xfrm>
            <a:custGeom>
              <a:avLst/>
              <a:gdLst>
                <a:gd name="T0" fmla="*/ 313 w 939"/>
                <a:gd name="T1" fmla="*/ 344 h 1345"/>
                <a:gd name="T2" fmla="*/ 313 w 939"/>
                <a:gd name="T3" fmla="*/ 344 h 1345"/>
                <a:gd name="T4" fmla="*/ 500 w 939"/>
                <a:gd name="T5" fmla="*/ 187 h 1345"/>
                <a:gd name="T6" fmla="*/ 719 w 939"/>
                <a:gd name="T7" fmla="*/ 312 h 1345"/>
                <a:gd name="T8" fmla="*/ 875 w 939"/>
                <a:gd name="T9" fmla="*/ 187 h 1345"/>
                <a:gd name="T10" fmla="*/ 500 w 939"/>
                <a:gd name="T11" fmla="*/ 0 h 1345"/>
                <a:gd name="T12" fmla="*/ 94 w 939"/>
                <a:gd name="T13" fmla="*/ 344 h 1345"/>
                <a:gd name="T14" fmla="*/ 500 w 939"/>
                <a:gd name="T15" fmla="*/ 750 h 1345"/>
                <a:gd name="T16" fmla="*/ 719 w 939"/>
                <a:gd name="T17" fmla="*/ 937 h 1345"/>
                <a:gd name="T18" fmla="*/ 500 w 939"/>
                <a:gd name="T19" fmla="*/ 1156 h 1345"/>
                <a:gd name="T20" fmla="*/ 188 w 939"/>
                <a:gd name="T21" fmla="*/ 875 h 1345"/>
                <a:gd name="T22" fmla="*/ 0 w 939"/>
                <a:gd name="T23" fmla="*/ 1000 h 1345"/>
                <a:gd name="T24" fmla="*/ 500 w 939"/>
                <a:gd name="T25" fmla="*/ 1344 h 1345"/>
                <a:gd name="T26" fmla="*/ 938 w 939"/>
                <a:gd name="T27" fmla="*/ 937 h 1345"/>
                <a:gd name="T28" fmla="*/ 313 w 939"/>
                <a:gd name="T29" fmla="*/ 344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45">
                  <a:moveTo>
                    <a:pt x="313" y="344"/>
                  </a:moveTo>
                  <a:lnTo>
                    <a:pt x="313" y="344"/>
                  </a:lnTo>
                  <a:cubicBezTo>
                    <a:pt x="313" y="250"/>
                    <a:pt x="407" y="187"/>
                    <a:pt x="500" y="187"/>
                  </a:cubicBezTo>
                  <a:cubicBezTo>
                    <a:pt x="563" y="187"/>
                    <a:pt x="657" y="219"/>
                    <a:pt x="719" y="312"/>
                  </a:cubicBezTo>
                  <a:cubicBezTo>
                    <a:pt x="875" y="187"/>
                    <a:pt x="875" y="187"/>
                    <a:pt x="875" y="187"/>
                  </a:cubicBezTo>
                  <a:cubicBezTo>
                    <a:pt x="782" y="62"/>
                    <a:pt x="657" y="0"/>
                    <a:pt x="500" y="0"/>
                  </a:cubicBezTo>
                  <a:cubicBezTo>
                    <a:pt x="250" y="0"/>
                    <a:pt x="94" y="156"/>
                    <a:pt x="94" y="344"/>
                  </a:cubicBezTo>
                  <a:cubicBezTo>
                    <a:pt x="94" y="594"/>
                    <a:pt x="313" y="687"/>
                    <a:pt x="500" y="750"/>
                  </a:cubicBezTo>
                  <a:cubicBezTo>
                    <a:pt x="625" y="781"/>
                    <a:pt x="719" y="844"/>
                    <a:pt x="719" y="937"/>
                  </a:cubicBezTo>
                  <a:cubicBezTo>
                    <a:pt x="719" y="1062"/>
                    <a:pt x="657" y="1156"/>
                    <a:pt x="500" y="1156"/>
                  </a:cubicBezTo>
                  <a:cubicBezTo>
                    <a:pt x="375" y="1156"/>
                    <a:pt x="282" y="1062"/>
                    <a:pt x="188" y="875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4" y="1187"/>
                    <a:pt x="250" y="1344"/>
                    <a:pt x="500" y="1344"/>
                  </a:cubicBezTo>
                  <a:cubicBezTo>
                    <a:pt x="782" y="1344"/>
                    <a:pt x="938" y="1187"/>
                    <a:pt x="938" y="937"/>
                  </a:cubicBezTo>
                  <a:cubicBezTo>
                    <a:pt x="938" y="531"/>
                    <a:pt x="313" y="594"/>
                    <a:pt x="313" y="34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77F2ED75-61C3-D12A-CD9A-CBFD1D80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500" y="567213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12 h 1813"/>
                <a:gd name="T8" fmla="*/ 1094 w 1501"/>
                <a:gd name="T9" fmla="*/ 1312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093 h 1813"/>
                <a:gd name="T20" fmla="*/ 750 w 1501"/>
                <a:gd name="T21" fmla="*/ 281 h 1813"/>
                <a:gd name="T22" fmla="*/ 1031 w 1501"/>
                <a:gd name="T23" fmla="*/ 1093 h 1813"/>
                <a:gd name="T24" fmla="*/ 469 w 1501"/>
                <a:gd name="T25" fmla="*/ 1093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12"/>
                  </a:lnTo>
                  <a:lnTo>
                    <a:pt x="1094" y="1312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093"/>
                  </a:moveTo>
                  <a:lnTo>
                    <a:pt x="750" y="281"/>
                  </a:lnTo>
                  <a:lnTo>
                    <a:pt x="1031" y="1093"/>
                  </a:lnTo>
                  <a:lnTo>
                    <a:pt x="469" y="1093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D8ECB8DF-B992-28E0-4E8D-431F82636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250" y="5986463"/>
              <a:ext cx="315913" cy="79375"/>
            </a:xfrm>
            <a:custGeom>
              <a:avLst/>
              <a:gdLst>
                <a:gd name="T0" fmla="*/ 0 w 876"/>
                <a:gd name="T1" fmla="*/ 218 h 219"/>
                <a:gd name="T2" fmla="*/ 875 w 876"/>
                <a:gd name="T3" fmla="*/ 218 h 219"/>
                <a:gd name="T4" fmla="*/ 875 w 876"/>
                <a:gd name="T5" fmla="*/ 0 h 219"/>
                <a:gd name="T6" fmla="*/ 0 w 876"/>
                <a:gd name="T7" fmla="*/ 0 h 219"/>
                <a:gd name="T8" fmla="*/ 0 w 876"/>
                <a:gd name="T9" fmla="*/ 218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6" h="219">
                  <a:moveTo>
                    <a:pt x="0" y="218"/>
                  </a:moveTo>
                  <a:lnTo>
                    <a:pt x="875" y="218"/>
                  </a:lnTo>
                  <a:lnTo>
                    <a:pt x="875" y="0"/>
                  </a:lnTo>
                  <a:lnTo>
                    <a:pt x="0" y="0"/>
                  </a:lnTo>
                  <a:lnTo>
                    <a:pt x="0" y="21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2EDBF407-92CE-B49F-0677-068C15503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3" y="5661025"/>
              <a:ext cx="382587" cy="663575"/>
            </a:xfrm>
            <a:custGeom>
              <a:avLst/>
              <a:gdLst>
                <a:gd name="T0" fmla="*/ 1000 w 1063"/>
                <a:gd name="T1" fmla="*/ 532 h 1845"/>
                <a:gd name="T2" fmla="*/ 719 w 1063"/>
                <a:gd name="T3" fmla="*/ 532 h 1845"/>
                <a:gd name="T4" fmla="*/ 219 w 1063"/>
                <a:gd name="T5" fmla="*/ 1094 h 1845"/>
                <a:gd name="T6" fmla="*/ 219 w 1063"/>
                <a:gd name="T7" fmla="*/ 0 h 1845"/>
                <a:gd name="T8" fmla="*/ 0 w 1063"/>
                <a:gd name="T9" fmla="*/ 0 h 1845"/>
                <a:gd name="T10" fmla="*/ 0 w 1063"/>
                <a:gd name="T11" fmla="*/ 1844 h 1845"/>
                <a:gd name="T12" fmla="*/ 219 w 1063"/>
                <a:gd name="T13" fmla="*/ 1844 h 1845"/>
                <a:gd name="T14" fmla="*/ 219 w 1063"/>
                <a:gd name="T15" fmla="*/ 1188 h 1845"/>
                <a:gd name="T16" fmla="*/ 781 w 1063"/>
                <a:gd name="T17" fmla="*/ 1844 h 1845"/>
                <a:gd name="T18" fmla="*/ 1062 w 1063"/>
                <a:gd name="T19" fmla="*/ 1844 h 1845"/>
                <a:gd name="T20" fmla="*/ 437 w 1063"/>
                <a:gd name="T21" fmla="*/ 1125 h 1845"/>
                <a:gd name="T22" fmla="*/ 1000 w 1063"/>
                <a:gd name="T23" fmla="*/ 532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5">
                  <a:moveTo>
                    <a:pt x="1000" y="532"/>
                  </a:moveTo>
                  <a:lnTo>
                    <a:pt x="719" y="532"/>
                  </a:lnTo>
                  <a:lnTo>
                    <a:pt x="219" y="1094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4"/>
                  </a:lnTo>
                  <a:lnTo>
                    <a:pt x="219" y="1844"/>
                  </a:lnTo>
                  <a:lnTo>
                    <a:pt x="219" y="1188"/>
                  </a:lnTo>
                  <a:lnTo>
                    <a:pt x="781" y="1844"/>
                  </a:lnTo>
                  <a:lnTo>
                    <a:pt x="1062" y="1844"/>
                  </a:lnTo>
                  <a:lnTo>
                    <a:pt x="437" y="1125"/>
                  </a:lnTo>
                  <a:lnTo>
                    <a:pt x="1000" y="53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278D4060-BCBA-6D2B-8C75-2AF78A024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5840413"/>
              <a:ext cx="371475" cy="495300"/>
            </a:xfrm>
            <a:custGeom>
              <a:avLst/>
              <a:gdLst>
                <a:gd name="T0" fmla="*/ 499 w 1031"/>
                <a:gd name="T1" fmla="*/ 0 h 1376"/>
                <a:gd name="T2" fmla="*/ 499 w 1031"/>
                <a:gd name="T3" fmla="*/ 0 h 1376"/>
                <a:gd name="T4" fmla="*/ 31 w 1031"/>
                <a:gd name="T5" fmla="*/ 375 h 1376"/>
                <a:gd name="T6" fmla="*/ 250 w 1031"/>
                <a:gd name="T7" fmla="*/ 407 h 1376"/>
                <a:gd name="T8" fmla="*/ 499 w 1031"/>
                <a:gd name="T9" fmla="*/ 219 h 1376"/>
                <a:gd name="T10" fmla="*/ 811 w 1031"/>
                <a:gd name="T11" fmla="*/ 469 h 1376"/>
                <a:gd name="T12" fmla="*/ 811 w 1031"/>
                <a:gd name="T13" fmla="*/ 532 h 1376"/>
                <a:gd name="T14" fmla="*/ 592 w 1031"/>
                <a:gd name="T15" fmla="*/ 532 h 1376"/>
                <a:gd name="T16" fmla="*/ 0 w 1031"/>
                <a:gd name="T17" fmla="*/ 969 h 1376"/>
                <a:gd name="T18" fmla="*/ 405 w 1031"/>
                <a:gd name="T19" fmla="*/ 1375 h 1376"/>
                <a:gd name="T20" fmla="*/ 811 w 1031"/>
                <a:gd name="T21" fmla="*/ 1157 h 1376"/>
                <a:gd name="T22" fmla="*/ 842 w 1031"/>
                <a:gd name="T23" fmla="*/ 1344 h 1376"/>
                <a:gd name="T24" fmla="*/ 1030 w 1031"/>
                <a:gd name="T25" fmla="*/ 1344 h 1376"/>
                <a:gd name="T26" fmla="*/ 1030 w 1031"/>
                <a:gd name="T27" fmla="*/ 500 h 1376"/>
                <a:gd name="T28" fmla="*/ 499 w 1031"/>
                <a:gd name="T29" fmla="*/ 0 h 1376"/>
                <a:gd name="T30" fmla="*/ 811 w 1031"/>
                <a:gd name="T31" fmla="*/ 750 h 1376"/>
                <a:gd name="T32" fmla="*/ 811 w 1031"/>
                <a:gd name="T33" fmla="*/ 750 h 1376"/>
                <a:gd name="T34" fmla="*/ 686 w 1031"/>
                <a:gd name="T35" fmla="*/ 1063 h 1376"/>
                <a:gd name="T36" fmla="*/ 436 w 1031"/>
                <a:gd name="T37" fmla="*/ 1157 h 1376"/>
                <a:gd name="T38" fmla="*/ 218 w 1031"/>
                <a:gd name="T39" fmla="*/ 969 h 1376"/>
                <a:gd name="T40" fmla="*/ 561 w 1031"/>
                <a:gd name="T41" fmla="*/ 719 h 1376"/>
                <a:gd name="T42" fmla="*/ 811 w 1031"/>
                <a:gd name="T43" fmla="*/ 719 h 1376"/>
                <a:gd name="T44" fmla="*/ 499 w 1031"/>
                <a:gd name="T45" fmla="*/ 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1" h="1376">
                  <a:moveTo>
                    <a:pt x="499" y="0"/>
                  </a:moveTo>
                  <a:lnTo>
                    <a:pt x="499" y="0"/>
                  </a:lnTo>
                  <a:cubicBezTo>
                    <a:pt x="250" y="0"/>
                    <a:pt x="93" y="157"/>
                    <a:pt x="31" y="375"/>
                  </a:cubicBezTo>
                  <a:cubicBezTo>
                    <a:pt x="250" y="407"/>
                    <a:pt x="250" y="407"/>
                    <a:pt x="250" y="407"/>
                  </a:cubicBezTo>
                  <a:cubicBezTo>
                    <a:pt x="281" y="282"/>
                    <a:pt x="374" y="219"/>
                    <a:pt x="499" y="219"/>
                  </a:cubicBezTo>
                  <a:cubicBezTo>
                    <a:pt x="686" y="219"/>
                    <a:pt x="811" y="313"/>
                    <a:pt x="811" y="469"/>
                  </a:cubicBezTo>
                  <a:cubicBezTo>
                    <a:pt x="811" y="532"/>
                    <a:pt x="811" y="532"/>
                    <a:pt x="811" y="532"/>
                  </a:cubicBezTo>
                  <a:cubicBezTo>
                    <a:pt x="592" y="532"/>
                    <a:pt x="592" y="532"/>
                    <a:pt x="592" y="532"/>
                  </a:cubicBezTo>
                  <a:cubicBezTo>
                    <a:pt x="218" y="532"/>
                    <a:pt x="0" y="688"/>
                    <a:pt x="0" y="969"/>
                  </a:cubicBezTo>
                  <a:cubicBezTo>
                    <a:pt x="0" y="1219"/>
                    <a:pt x="156" y="1375"/>
                    <a:pt x="405" y="1375"/>
                  </a:cubicBezTo>
                  <a:cubicBezTo>
                    <a:pt x="561" y="1375"/>
                    <a:pt x="717" y="1282"/>
                    <a:pt x="811" y="1157"/>
                  </a:cubicBezTo>
                  <a:cubicBezTo>
                    <a:pt x="842" y="1344"/>
                    <a:pt x="842" y="1344"/>
                    <a:pt x="842" y="1344"/>
                  </a:cubicBezTo>
                  <a:cubicBezTo>
                    <a:pt x="1030" y="1344"/>
                    <a:pt x="1030" y="1344"/>
                    <a:pt x="1030" y="1344"/>
                  </a:cubicBezTo>
                  <a:cubicBezTo>
                    <a:pt x="1030" y="500"/>
                    <a:pt x="1030" y="500"/>
                    <a:pt x="1030" y="500"/>
                  </a:cubicBezTo>
                  <a:cubicBezTo>
                    <a:pt x="1030" y="157"/>
                    <a:pt x="811" y="0"/>
                    <a:pt x="499" y="0"/>
                  </a:cubicBezTo>
                  <a:lnTo>
                    <a:pt x="811" y="750"/>
                  </a:lnTo>
                  <a:lnTo>
                    <a:pt x="811" y="750"/>
                  </a:lnTo>
                  <a:cubicBezTo>
                    <a:pt x="811" y="907"/>
                    <a:pt x="749" y="1000"/>
                    <a:pt x="686" y="1063"/>
                  </a:cubicBezTo>
                  <a:cubicBezTo>
                    <a:pt x="624" y="1125"/>
                    <a:pt x="530" y="1157"/>
                    <a:pt x="436" y="1157"/>
                  </a:cubicBezTo>
                  <a:cubicBezTo>
                    <a:pt x="281" y="1157"/>
                    <a:pt x="218" y="1094"/>
                    <a:pt x="218" y="969"/>
                  </a:cubicBezTo>
                  <a:cubicBezTo>
                    <a:pt x="218" y="813"/>
                    <a:pt x="343" y="719"/>
                    <a:pt x="561" y="719"/>
                  </a:cubicBezTo>
                  <a:cubicBezTo>
                    <a:pt x="811" y="719"/>
                    <a:pt x="811" y="719"/>
                    <a:pt x="811" y="719"/>
                  </a:cubicBezTo>
                  <a:lnTo>
                    <a:pt x="49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5548573E-CA75-E013-2342-27301F6E3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5840413"/>
              <a:ext cx="338138" cy="495300"/>
            </a:xfrm>
            <a:custGeom>
              <a:avLst/>
              <a:gdLst>
                <a:gd name="T0" fmla="*/ 313 w 939"/>
                <a:gd name="T1" fmla="*/ 375 h 1376"/>
                <a:gd name="T2" fmla="*/ 313 w 939"/>
                <a:gd name="T3" fmla="*/ 375 h 1376"/>
                <a:gd name="T4" fmla="*/ 469 w 939"/>
                <a:gd name="T5" fmla="*/ 219 h 1376"/>
                <a:gd name="T6" fmla="*/ 719 w 939"/>
                <a:gd name="T7" fmla="*/ 344 h 1376"/>
                <a:gd name="T8" fmla="*/ 875 w 939"/>
                <a:gd name="T9" fmla="*/ 219 h 1376"/>
                <a:gd name="T10" fmla="*/ 469 w 939"/>
                <a:gd name="T11" fmla="*/ 0 h 1376"/>
                <a:gd name="T12" fmla="*/ 94 w 939"/>
                <a:gd name="T13" fmla="*/ 375 h 1376"/>
                <a:gd name="T14" fmla="*/ 500 w 939"/>
                <a:gd name="T15" fmla="*/ 782 h 1376"/>
                <a:gd name="T16" fmla="*/ 688 w 939"/>
                <a:gd name="T17" fmla="*/ 969 h 1376"/>
                <a:gd name="T18" fmla="*/ 500 w 939"/>
                <a:gd name="T19" fmla="*/ 1157 h 1376"/>
                <a:gd name="T20" fmla="*/ 188 w 939"/>
                <a:gd name="T21" fmla="*/ 907 h 1376"/>
                <a:gd name="T22" fmla="*/ 0 w 939"/>
                <a:gd name="T23" fmla="*/ 1000 h 1376"/>
                <a:gd name="T24" fmla="*/ 500 w 939"/>
                <a:gd name="T25" fmla="*/ 1375 h 1376"/>
                <a:gd name="T26" fmla="*/ 938 w 939"/>
                <a:gd name="T27" fmla="*/ 938 h 1376"/>
                <a:gd name="T28" fmla="*/ 313 w 939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76">
                  <a:moveTo>
                    <a:pt x="313" y="375"/>
                  </a:moveTo>
                  <a:lnTo>
                    <a:pt x="313" y="375"/>
                  </a:lnTo>
                  <a:cubicBezTo>
                    <a:pt x="313" y="282"/>
                    <a:pt x="375" y="219"/>
                    <a:pt x="469" y="219"/>
                  </a:cubicBezTo>
                  <a:cubicBezTo>
                    <a:pt x="563" y="219"/>
                    <a:pt x="625" y="250"/>
                    <a:pt x="719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25" y="0"/>
                    <a:pt x="469" y="0"/>
                  </a:cubicBezTo>
                  <a:cubicBezTo>
                    <a:pt x="250" y="0"/>
                    <a:pt x="94" y="157"/>
                    <a:pt x="94" y="375"/>
                  </a:cubicBezTo>
                  <a:cubicBezTo>
                    <a:pt x="94" y="625"/>
                    <a:pt x="313" y="719"/>
                    <a:pt x="500" y="782"/>
                  </a:cubicBezTo>
                  <a:cubicBezTo>
                    <a:pt x="594" y="813"/>
                    <a:pt x="688" y="875"/>
                    <a:pt x="688" y="969"/>
                  </a:cubicBezTo>
                  <a:cubicBezTo>
                    <a:pt x="688" y="1094"/>
                    <a:pt x="625" y="1157"/>
                    <a:pt x="500" y="1157"/>
                  </a:cubicBezTo>
                  <a:cubicBezTo>
                    <a:pt x="344" y="1157"/>
                    <a:pt x="250" y="1094"/>
                    <a:pt x="188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63" y="1219"/>
                    <a:pt x="250" y="1375"/>
                    <a:pt x="500" y="1375"/>
                  </a:cubicBezTo>
                  <a:cubicBezTo>
                    <a:pt x="750" y="1375"/>
                    <a:pt x="938" y="1219"/>
                    <a:pt x="938" y="938"/>
                  </a:cubicBezTo>
                  <a:cubicBezTo>
                    <a:pt x="938" y="563"/>
                    <a:pt x="313" y="594"/>
                    <a:pt x="313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7C219AB3-835A-B0C8-8D05-6C3DDA5C2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388" y="5840413"/>
              <a:ext cx="338137" cy="495300"/>
            </a:xfrm>
            <a:custGeom>
              <a:avLst/>
              <a:gdLst>
                <a:gd name="T0" fmla="*/ 312 w 938"/>
                <a:gd name="T1" fmla="*/ 375 h 1376"/>
                <a:gd name="T2" fmla="*/ 312 w 938"/>
                <a:gd name="T3" fmla="*/ 375 h 1376"/>
                <a:gd name="T4" fmla="*/ 468 w 938"/>
                <a:gd name="T5" fmla="*/ 219 h 1376"/>
                <a:gd name="T6" fmla="*/ 718 w 938"/>
                <a:gd name="T7" fmla="*/ 344 h 1376"/>
                <a:gd name="T8" fmla="*/ 875 w 938"/>
                <a:gd name="T9" fmla="*/ 219 h 1376"/>
                <a:gd name="T10" fmla="*/ 500 w 938"/>
                <a:gd name="T11" fmla="*/ 0 h 1376"/>
                <a:gd name="T12" fmla="*/ 93 w 938"/>
                <a:gd name="T13" fmla="*/ 375 h 1376"/>
                <a:gd name="T14" fmla="*/ 500 w 938"/>
                <a:gd name="T15" fmla="*/ 782 h 1376"/>
                <a:gd name="T16" fmla="*/ 718 w 938"/>
                <a:gd name="T17" fmla="*/ 969 h 1376"/>
                <a:gd name="T18" fmla="*/ 500 w 938"/>
                <a:gd name="T19" fmla="*/ 1157 h 1376"/>
                <a:gd name="T20" fmla="*/ 187 w 938"/>
                <a:gd name="T21" fmla="*/ 907 h 1376"/>
                <a:gd name="T22" fmla="*/ 0 w 938"/>
                <a:gd name="T23" fmla="*/ 1000 h 1376"/>
                <a:gd name="T24" fmla="*/ 500 w 938"/>
                <a:gd name="T25" fmla="*/ 1375 h 1376"/>
                <a:gd name="T26" fmla="*/ 937 w 938"/>
                <a:gd name="T27" fmla="*/ 938 h 1376"/>
                <a:gd name="T28" fmla="*/ 312 w 938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8" h="1376">
                  <a:moveTo>
                    <a:pt x="312" y="375"/>
                  </a:moveTo>
                  <a:lnTo>
                    <a:pt x="312" y="375"/>
                  </a:lnTo>
                  <a:cubicBezTo>
                    <a:pt x="312" y="282"/>
                    <a:pt x="375" y="219"/>
                    <a:pt x="468" y="219"/>
                  </a:cubicBezTo>
                  <a:cubicBezTo>
                    <a:pt x="562" y="219"/>
                    <a:pt x="625" y="250"/>
                    <a:pt x="718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56" y="0"/>
                    <a:pt x="500" y="0"/>
                  </a:cubicBezTo>
                  <a:cubicBezTo>
                    <a:pt x="249" y="0"/>
                    <a:pt x="93" y="157"/>
                    <a:pt x="93" y="375"/>
                  </a:cubicBezTo>
                  <a:cubicBezTo>
                    <a:pt x="93" y="625"/>
                    <a:pt x="312" y="719"/>
                    <a:pt x="500" y="782"/>
                  </a:cubicBezTo>
                  <a:cubicBezTo>
                    <a:pt x="625" y="813"/>
                    <a:pt x="718" y="875"/>
                    <a:pt x="718" y="969"/>
                  </a:cubicBezTo>
                  <a:cubicBezTo>
                    <a:pt x="718" y="1094"/>
                    <a:pt x="625" y="1157"/>
                    <a:pt x="500" y="1157"/>
                  </a:cubicBezTo>
                  <a:cubicBezTo>
                    <a:pt x="375" y="1157"/>
                    <a:pt x="249" y="1094"/>
                    <a:pt x="187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3" y="1219"/>
                    <a:pt x="249" y="1375"/>
                    <a:pt x="500" y="1375"/>
                  </a:cubicBezTo>
                  <a:cubicBezTo>
                    <a:pt x="750" y="1375"/>
                    <a:pt x="937" y="1219"/>
                    <a:pt x="937" y="938"/>
                  </a:cubicBezTo>
                  <a:cubicBezTo>
                    <a:pt x="937" y="563"/>
                    <a:pt x="312" y="594"/>
                    <a:pt x="312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1B675CF3-BCC9-7E3F-647F-19755050F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868363"/>
              <a:ext cx="2947987" cy="3622675"/>
            </a:xfrm>
            <a:custGeom>
              <a:avLst/>
              <a:gdLst>
                <a:gd name="T0" fmla="*/ 4093 w 8188"/>
                <a:gd name="T1" fmla="*/ 1625 h 10062"/>
                <a:gd name="T2" fmla="*/ 6905 w 8188"/>
                <a:gd name="T3" fmla="*/ 10061 h 10062"/>
                <a:gd name="T4" fmla="*/ 8187 w 8188"/>
                <a:gd name="T5" fmla="*/ 10061 h 10062"/>
                <a:gd name="T6" fmla="*/ 4687 w 8188"/>
                <a:gd name="T7" fmla="*/ 0 h 10062"/>
                <a:gd name="T8" fmla="*/ 3500 w 8188"/>
                <a:gd name="T9" fmla="*/ 0 h 10062"/>
                <a:gd name="T10" fmla="*/ 0 w 8188"/>
                <a:gd name="T11" fmla="*/ 10061 h 10062"/>
                <a:gd name="T12" fmla="*/ 1281 w 8188"/>
                <a:gd name="T13" fmla="*/ 10061 h 10062"/>
                <a:gd name="T14" fmla="*/ 4093 w 8188"/>
                <a:gd name="T15" fmla="*/ 1625 h 10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88" h="10062">
                  <a:moveTo>
                    <a:pt x="4093" y="1625"/>
                  </a:moveTo>
                  <a:lnTo>
                    <a:pt x="6905" y="10061"/>
                  </a:lnTo>
                  <a:lnTo>
                    <a:pt x="8187" y="10061"/>
                  </a:lnTo>
                  <a:lnTo>
                    <a:pt x="4687" y="0"/>
                  </a:lnTo>
                  <a:lnTo>
                    <a:pt x="3500" y="0"/>
                  </a:lnTo>
                  <a:lnTo>
                    <a:pt x="0" y="10061"/>
                  </a:lnTo>
                  <a:lnTo>
                    <a:pt x="1281" y="10061"/>
                  </a:lnTo>
                  <a:lnTo>
                    <a:pt x="4093" y="162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F9AE631D-DBA0-6E6C-7DE2-E8075876E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0638" y="2770188"/>
              <a:ext cx="3295650" cy="1068387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23141C01-5238-A0AA-B159-B75F0A5EB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0545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6E452DA-A592-D38A-C5A8-0D9E0EB3B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6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56" name="Freeform 10">
              <a:extLst>
                <a:ext uri="{FF2B5EF4-FFF2-40B4-BE49-F238E27FC236}">
                  <a16:creationId xmlns:a16="http://schemas.microsoft.com/office/drawing/2014/main" id="{E505F9A2-5EFE-69C3-CD7C-50CF11BD5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9765" y="5856056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970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Slide +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Kombinationstegning 38">
            <a:extLst>
              <a:ext uri="{FF2B5EF4-FFF2-40B4-BE49-F238E27FC236}">
                <a16:creationId xmlns:a16="http://schemas.microsoft.com/office/drawing/2014/main" id="{047DA2E6-CDDE-B910-500A-FF6111F3119B}"/>
              </a:ext>
            </a:extLst>
          </p:cNvPr>
          <p:cNvSpPr/>
          <p:nvPr userDrawn="1"/>
        </p:nvSpPr>
        <p:spPr>
          <a:xfrm>
            <a:off x="7058722" y="0"/>
            <a:ext cx="4461766" cy="6480176"/>
          </a:xfrm>
          <a:custGeom>
            <a:avLst/>
            <a:gdLst>
              <a:gd name="connsiteX0" fmla="*/ 827908 w 4461766"/>
              <a:gd name="connsiteY0" fmla="*/ 0 h 6480176"/>
              <a:gd name="connsiteX1" fmla="*/ 4461766 w 4461766"/>
              <a:gd name="connsiteY1" fmla="*/ 0 h 6480176"/>
              <a:gd name="connsiteX2" fmla="*/ 4461766 w 4461766"/>
              <a:gd name="connsiteY2" fmla="*/ 6480176 h 6480176"/>
              <a:gd name="connsiteX3" fmla="*/ 0 w 4461766"/>
              <a:gd name="connsiteY3" fmla="*/ 6480176 h 6480176"/>
              <a:gd name="connsiteX4" fmla="*/ 0 w 4461766"/>
              <a:gd name="connsiteY4" fmla="*/ 6480174 h 6480176"/>
              <a:gd name="connsiteX5" fmla="*/ 810884 w 4461766"/>
              <a:gd name="connsiteY5" fmla="*/ 6480174 h 6480176"/>
              <a:gd name="connsiteX6" fmla="*/ 790482 w 4461766"/>
              <a:gd name="connsiteY6" fmla="*/ 6367366 h 6480176"/>
              <a:gd name="connsiteX7" fmla="*/ 536734 w 4461766"/>
              <a:gd name="connsiteY7" fmla="*/ 3286951 h 6480176"/>
              <a:gd name="connsiteX8" fmla="*/ 790482 w 4461766"/>
              <a:gd name="connsiteY8" fmla="*/ 207058 h 6480176"/>
              <a:gd name="connsiteX9" fmla="*/ 827908 w 4461766"/>
              <a:gd name="connsiteY9" fmla="*/ 0 h 64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61766" h="6480176">
                <a:moveTo>
                  <a:pt x="827908" y="0"/>
                </a:moveTo>
                <a:lnTo>
                  <a:pt x="4461766" y="0"/>
                </a:lnTo>
                <a:lnTo>
                  <a:pt x="4461766" y="6480176"/>
                </a:lnTo>
                <a:lnTo>
                  <a:pt x="0" y="6480176"/>
                </a:lnTo>
                <a:lnTo>
                  <a:pt x="0" y="6480174"/>
                </a:lnTo>
                <a:lnTo>
                  <a:pt x="810884" y="6480174"/>
                </a:lnTo>
                <a:lnTo>
                  <a:pt x="790482" y="6367366"/>
                </a:lnTo>
                <a:cubicBezTo>
                  <a:pt x="622590" y="5359865"/>
                  <a:pt x="536734" y="4330273"/>
                  <a:pt x="536734" y="3286951"/>
                </a:cubicBezTo>
                <a:cubicBezTo>
                  <a:pt x="536734" y="2244215"/>
                  <a:pt x="622590" y="1214989"/>
                  <a:pt x="790482" y="207058"/>
                </a:cubicBezTo>
                <a:lnTo>
                  <a:pt x="8279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38" name="Pladsholder til billede 37">
            <a:extLst>
              <a:ext uri="{FF2B5EF4-FFF2-40B4-BE49-F238E27FC236}">
                <a16:creationId xmlns:a16="http://schemas.microsoft.com/office/drawing/2014/main" id="{4A11D2A6-74FC-FEF9-0941-CAF67723BA9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00900" y="0"/>
            <a:ext cx="4319588" cy="6480175"/>
          </a:xfrm>
          <a:custGeom>
            <a:avLst/>
            <a:gdLst>
              <a:gd name="connsiteX0" fmla="*/ 685730 w 4319588"/>
              <a:gd name="connsiteY0" fmla="*/ 0 h 6480175"/>
              <a:gd name="connsiteX1" fmla="*/ 4319588 w 4319588"/>
              <a:gd name="connsiteY1" fmla="*/ 0 h 6480175"/>
              <a:gd name="connsiteX2" fmla="*/ 4319588 w 4319588"/>
              <a:gd name="connsiteY2" fmla="*/ 6480175 h 6480175"/>
              <a:gd name="connsiteX3" fmla="*/ 0 w 4319588"/>
              <a:gd name="connsiteY3" fmla="*/ 6480175 h 6480175"/>
              <a:gd name="connsiteX4" fmla="*/ 0 w 4319588"/>
              <a:gd name="connsiteY4" fmla="*/ 6480174 h 6480175"/>
              <a:gd name="connsiteX5" fmla="*/ 668706 w 4319588"/>
              <a:gd name="connsiteY5" fmla="*/ 6480174 h 6480175"/>
              <a:gd name="connsiteX6" fmla="*/ 648304 w 4319588"/>
              <a:gd name="connsiteY6" fmla="*/ 6367366 h 6480175"/>
              <a:gd name="connsiteX7" fmla="*/ 394556 w 4319588"/>
              <a:gd name="connsiteY7" fmla="*/ 3286951 h 6480175"/>
              <a:gd name="connsiteX8" fmla="*/ 648304 w 4319588"/>
              <a:gd name="connsiteY8" fmla="*/ 207058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19588" h="6480175">
                <a:moveTo>
                  <a:pt x="685730" y="0"/>
                </a:moveTo>
                <a:lnTo>
                  <a:pt x="4319588" y="0"/>
                </a:lnTo>
                <a:lnTo>
                  <a:pt x="4319588" y="6480175"/>
                </a:lnTo>
                <a:lnTo>
                  <a:pt x="0" y="6480175"/>
                </a:lnTo>
                <a:lnTo>
                  <a:pt x="0" y="6480174"/>
                </a:lnTo>
                <a:lnTo>
                  <a:pt x="668706" y="6480174"/>
                </a:lnTo>
                <a:lnTo>
                  <a:pt x="648304" y="6367366"/>
                </a:lnTo>
                <a:cubicBezTo>
                  <a:pt x="480412" y="5359865"/>
                  <a:pt x="394556" y="4330273"/>
                  <a:pt x="394556" y="3286951"/>
                </a:cubicBezTo>
                <a:cubicBezTo>
                  <a:pt x="394556" y="2244215"/>
                  <a:pt x="480412" y="1214989"/>
                  <a:pt x="648304" y="207058"/>
                </a:cubicBezTo>
                <a:close/>
              </a:path>
            </a:pathLst>
          </a:custGeom>
        </p:spPr>
        <p:txBody>
          <a:bodyPr wrap="square" bIns="720000" anchor="ctr">
            <a:noAutofit/>
          </a:bodyPr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000" b="0" i="0">
                <a:latin typeface="Apercu Pro" panose="020B0503050601040103" pitchFamily="34" charset="0"/>
              </a:defRPr>
            </a:lvl1pPr>
          </a:lstStyle>
          <a:p>
            <a:r>
              <a:rPr lang="da-DK" b="0" i="0" dirty="0">
                <a:latin typeface="Apercu Pro" panose="020B0503050601040103" pitchFamily="34" charset="0"/>
              </a:rPr>
              <a:t>Klik på ikonet og indsæt billede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672C84-EFF9-F1BC-C507-BA6504C29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614" y="719772"/>
            <a:ext cx="6120765" cy="87777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lnSpc>
                <a:spcPts val="4400"/>
              </a:lnSpc>
              <a:defRPr/>
            </a:lvl1pPr>
          </a:lstStyle>
          <a:p>
            <a:r>
              <a:rPr lang="da-DK" dirty="0"/>
              <a:t>Indsæt overskrift her</a:t>
            </a:r>
            <a:endParaRPr lang="en-US" dirty="0"/>
          </a:p>
        </p:txBody>
      </p:sp>
      <p:grpSp>
        <p:nvGrpSpPr>
          <p:cNvPr id="8" name="Gruppe 7">
            <a:extLst>
              <a:ext uri="{FF2B5EF4-FFF2-40B4-BE49-F238E27FC236}">
                <a16:creationId xmlns:a16="http://schemas.microsoft.com/office/drawing/2014/main" id="{8B675369-2AB8-F957-5D0B-EB613110D52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21500" y="5220402"/>
            <a:ext cx="579374" cy="540000"/>
            <a:chOff x="1255713" y="868363"/>
            <a:chExt cx="5884862" cy="5471880"/>
          </a:xfrm>
          <a:solidFill>
            <a:schemeClr val="bg1"/>
          </a:solidFill>
        </p:grpSpPr>
        <p:sp>
          <p:nvSpPr>
            <p:cNvPr id="9" name="Freeform 1">
              <a:extLst>
                <a:ext uri="{FF2B5EF4-FFF2-40B4-BE49-F238E27FC236}">
                  <a16:creationId xmlns:a16="http://schemas.microsoft.com/office/drawing/2014/main" id="{0F1775A9-6B84-539E-C941-2C587DD44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713" y="482758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44 h 1813"/>
                <a:gd name="T8" fmla="*/ 1094 w 1501"/>
                <a:gd name="T9" fmla="*/ 1344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125 h 1813"/>
                <a:gd name="T20" fmla="*/ 750 w 1501"/>
                <a:gd name="T21" fmla="*/ 281 h 1813"/>
                <a:gd name="T22" fmla="*/ 1031 w 1501"/>
                <a:gd name="T23" fmla="*/ 1125 h 1813"/>
                <a:gd name="T24" fmla="*/ 469 w 1501"/>
                <a:gd name="T25" fmla="*/ 1125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44"/>
                  </a:lnTo>
                  <a:lnTo>
                    <a:pt x="1094" y="1344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125"/>
                  </a:moveTo>
                  <a:lnTo>
                    <a:pt x="750" y="281"/>
                  </a:lnTo>
                  <a:lnTo>
                    <a:pt x="1031" y="1125"/>
                  </a:lnTo>
                  <a:lnTo>
                    <a:pt x="469" y="112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0" name="Freeform 2">
              <a:extLst>
                <a:ext uri="{FF2B5EF4-FFF2-40B4-BE49-F238E27FC236}">
                  <a16:creationId xmlns:a16="http://schemas.microsoft.com/office/drawing/2014/main" id="{43DCFAA2-2067-5649-DE84-821714B4D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500" y="4816475"/>
              <a:ext cx="382588" cy="663575"/>
            </a:xfrm>
            <a:custGeom>
              <a:avLst/>
              <a:gdLst>
                <a:gd name="T0" fmla="*/ 1031 w 1064"/>
                <a:gd name="T1" fmla="*/ 531 h 1844"/>
                <a:gd name="T2" fmla="*/ 750 w 1064"/>
                <a:gd name="T3" fmla="*/ 531 h 1844"/>
                <a:gd name="T4" fmla="*/ 219 w 1064"/>
                <a:gd name="T5" fmla="*/ 1093 h 1844"/>
                <a:gd name="T6" fmla="*/ 219 w 1064"/>
                <a:gd name="T7" fmla="*/ 0 h 1844"/>
                <a:gd name="T8" fmla="*/ 0 w 1064"/>
                <a:gd name="T9" fmla="*/ 0 h 1844"/>
                <a:gd name="T10" fmla="*/ 0 w 1064"/>
                <a:gd name="T11" fmla="*/ 1843 h 1844"/>
                <a:gd name="T12" fmla="*/ 219 w 1064"/>
                <a:gd name="T13" fmla="*/ 1843 h 1844"/>
                <a:gd name="T14" fmla="*/ 219 w 1064"/>
                <a:gd name="T15" fmla="*/ 1187 h 1844"/>
                <a:gd name="T16" fmla="*/ 781 w 1064"/>
                <a:gd name="T17" fmla="*/ 1843 h 1844"/>
                <a:gd name="T18" fmla="*/ 1063 w 1064"/>
                <a:gd name="T19" fmla="*/ 1843 h 1844"/>
                <a:gd name="T20" fmla="*/ 469 w 1064"/>
                <a:gd name="T21" fmla="*/ 1156 h 1844"/>
                <a:gd name="T22" fmla="*/ 1031 w 1064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4" h="1844">
                  <a:moveTo>
                    <a:pt x="1031" y="531"/>
                  </a:moveTo>
                  <a:lnTo>
                    <a:pt x="750" y="531"/>
                  </a:lnTo>
                  <a:lnTo>
                    <a:pt x="219" y="1093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9" y="1843"/>
                  </a:lnTo>
                  <a:lnTo>
                    <a:pt x="219" y="1187"/>
                  </a:lnTo>
                  <a:lnTo>
                    <a:pt x="781" y="1843"/>
                  </a:lnTo>
                  <a:lnTo>
                    <a:pt x="1063" y="1843"/>
                  </a:lnTo>
                  <a:lnTo>
                    <a:pt x="469" y="1156"/>
                  </a:lnTo>
                  <a:lnTo>
                    <a:pt x="1031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3CC76EC7-F272-2DBE-0F74-EB8D6B2FE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200" y="5008563"/>
              <a:ext cx="371475" cy="484187"/>
            </a:xfrm>
            <a:custGeom>
              <a:avLst/>
              <a:gdLst>
                <a:gd name="T0" fmla="*/ 531 w 1032"/>
                <a:gd name="T1" fmla="*/ 0 h 1345"/>
                <a:gd name="T2" fmla="*/ 531 w 1032"/>
                <a:gd name="T3" fmla="*/ 0 h 1345"/>
                <a:gd name="T4" fmla="*/ 62 w 1032"/>
                <a:gd name="T5" fmla="*/ 344 h 1345"/>
                <a:gd name="T6" fmla="*/ 250 w 1032"/>
                <a:gd name="T7" fmla="*/ 406 h 1345"/>
                <a:gd name="T8" fmla="*/ 531 w 1032"/>
                <a:gd name="T9" fmla="*/ 187 h 1345"/>
                <a:gd name="T10" fmla="*/ 812 w 1032"/>
                <a:gd name="T11" fmla="*/ 469 h 1345"/>
                <a:gd name="T12" fmla="*/ 812 w 1032"/>
                <a:gd name="T13" fmla="*/ 500 h 1345"/>
                <a:gd name="T14" fmla="*/ 594 w 1032"/>
                <a:gd name="T15" fmla="*/ 500 h 1345"/>
                <a:gd name="T16" fmla="*/ 0 w 1032"/>
                <a:gd name="T17" fmla="*/ 937 h 1345"/>
                <a:gd name="T18" fmla="*/ 406 w 1032"/>
                <a:gd name="T19" fmla="*/ 1344 h 1345"/>
                <a:gd name="T20" fmla="*/ 812 w 1032"/>
                <a:gd name="T21" fmla="*/ 1125 h 1345"/>
                <a:gd name="T22" fmla="*/ 875 w 1032"/>
                <a:gd name="T23" fmla="*/ 1312 h 1345"/>
                <a:gd name="T24" fmla="*/ 1031 w 1032"/>
                <a:gd name="T25" fmla="*/ 1312 h 1345"/>
                <a:gd name="T26" fmla="*/ 1031 w 1032"/>
                <a:gd name="T27" fmla="*/ 469 h 1345"/>
                <a:gd name="T28" fmla="*/ 531 w 1032"/>
                <a:gd name="T29" fmla="*/ 0 h 1345"/>
                <a:gd name="T30" fmla="*/ 812 w 1032"/>
                <a:gd name="T31" fmla="*/ 750 h 1345"/>
                <a:gd name="T32" fmla="*/ 812 w 1032"/>
                <a:gd name="T33" fmla="*/ 750 h 1345"/>
                <a:gd name="T34" fmla="*/ 719 w 1032"/>
                <a:gd name="T35" fmla="*/ 1062 h 1345"/>
                <a:gd name="T36" fmla="*/ 437 w 1032"/>
                <a:gd name="T37" fmla="*/ 1156 h 1345"/>
                <a:gd name="T38" fmla="*/ 219 w 1032"/>
                <a:gd name="T39" fmla="*/ 937 h 1345"/>
                <a:gd name="T40" fmla="*/ 594 w 1032"/>
                <a:gd name="T41" fmla="*/ 719 h 1345"/>
                <a:gd name="T42" fmla="*/ 812 w 1032"/>
                <a:gd name="T43" fmla="*/ 719 h 1345"/>
                <a:gd name="T44" fmla="*/ 531 w 1032"/>
                <a:gd name="T45" fmla="*/ 0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2" h="1345">
                  <a:moveTo>
                    <a:pt x="531" y="0"/>
                  </a:moveTo>
                  <a:lnTo>
                    <a:pt x="531" y="0"/>
                  </a:lnTo>
                  <a:cubicBezTo>
                    <a:pt x="281" y="0"/>
                    <a:pt x="94" y="125"/>
                    <a:pt x="62" y="344"/>
                  </a:cubicBezTo>
                  <a:cubicBezTo>
                    <a:pt x="250" y="406"/>
                    <a:pt x="250" y="406"/>
                    <a:pt x="250" y="406"/>
                  </a:cubicBezTo>
                  <a:cubicBezTo>
                    <a:pt x="281" y="250"/>
                    <a:pt x="375" y="187"/>
                    <a:pt x="531" y="187"/>
                  </a:cubicBezTo>
                  <a:cubicBezTo>
                    <a:pt x="719" y="187"/>
                    <a:pt x="812" y="281"/>
                    <a:pt x="812" y="469"/>
                  </a:cubicBezTo>
                  <a:cubicBezTo>
                    <a:pt x="812" y="500"/>
                    <a:pt x="812" y="500"/>
                    <a:pt x="812" y="500"/>
                  </a:cubicBezTo>
                  <a:cubicBezTo>
                    <a:pt x="594" y="500"/>
                    <a:pt x="594" y="500"/>
                    <a:pt x="594" y="500"/>
                  </a:cubicBezTo>
                  <a:cubicBezTo>
                    <a:pt x="219" y="500"/>
                    <a:pt x="0" y="656"/>
                    <a:pt x="0" y="937"/>
                  </a:cubicBezTo>
                  <a:cubicBezTo>
                    <a:pt x="0" y="1219"/>
                    <a:pt x="187" y="1344"/>
                    <a:pt x="406" y="1344"/>
                  </a:cubicBezTo>
                  <a:cubicBezTo>
                    <a:pt x="594" y="1344"/>
                    <a:pt x="719" y="1281"/>
                    <a:pt x="812" y="1125"/>
                  </a:cubicBezTo>
                  <a:cubicBezTo>
                    <a:pt x="875" y="1312"/>
                    <a:pt x="875" y="1312"/>
                    <a:pt x="875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69"/>
                    <a:pt x="1031" y="469"/>
                    <a:pt x="1031" y="469"/>
                  </a:cubicBezTo>
                  <a:cubicBezTo>
                    <a:pt x="1031" y="156"/>
                    <a:pt x="844" y="0"/>
                    <a:pt x="531" y="0"/>
                  </a:cubicBezTo>
                  <a:lnTo>
                    <a:pt x="812" y="750"/>
                  </a:lnTo>
                  <a:lnTo>
                    <a:pt x="812" y="750"/>
                  </a:lnTo>
                  <a:cubicBezTo>
                    <a:pt x="812" y="875"/>
                    <a:pt x="781" y="969"/>
                    <a:pt x="719" y="1062"/>
                  </a:cubicBezTo>
                  <a:cubicBezTo>
                    <a:pt x="625" y="1125"/>
                    <a:pt x="531" y="1156"/>
                    <a:pt x="437" y="1156"/>
                  </a:cubicBezTo>
                  <a:cubicBezTo>
                    <a:pt x="312" y="1156"/>
                    <a:pt x="219" y="1062"/>
                    <a:pt x="219" y="937"/>
                  </a:cubicBezTo>
                  <a:cubicBezTo>
                    <a:pt x="219" y="781"/>
                    <a:pt x="344" y="719"/>
                    <a:pt x="594" y="719"/>
                  </a:cubicBezTo>
                  <a:cubicBezTo>
                    <a:pt x="812" y="719"/>
                    <a:pt x="812" y="719"/>
                    <a:pt x="812" y="719"/>
                  </a:cubicBezTo>
                  <a:lnTo>
                    <a:pt x="531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38DA0AE-9019-8AF5-7DA9-2481D034D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816475"/>
              <a:ext cx="427037" cy="674688"/>
            </a:xfrm>
            <a:custGeom>
              <a:avLst/>
              <a:gdLst>
                <a:gd name="T0" fmla="*/ 562 w 1188"/>
                <a:gd name="T1" fmla="*/ 1875 h 1876"/>
                <a:gd name="T2" fmla="*/ 562 w 1188"/>
                <a:gd name="T3" fmla="*/ 1875 h 1876"/>
                <a:gd name="T4" fmla="*/ 969 w 1188"/>
                <a:gd name="T5" fmla="*/ 1687 h 1876"/>
                <a:gd name="T6" fmla="*/ 969 w 1188"/>
                <a:gd name="T7" fmla="*/ 1843 h 1876"/>
                <a:gd name="T8" fmla="*/ 1187 w 1188"/>
                <a:gd name="T9" fmla="*/ 1843 h 1876"/>
                <a:gd name="T10" fmla="*/ 1187 w 1188"/>
                <a:gd name="T11" fmla="*/ 0 h 1876"/>
                <a:gd name="T12" fmla="*/ 969 w 1188"/>
                <a:gd name="T13" fmla="*/ 0 h 1876"/>
                <a:gd name="T14" fmla="*/ 969 w 1188"/>
                <a:gd name="T15" fmla="*/ 687 h 1876"/>
                <a:gd name="T16" fmla="*/ 812 w 1188"/>
                <a:gd name="T17" fmla="*/ 562 h 1876"/>
                <a:gd name="T18" fmla="*/ 562 w 1188"/>
                <a:gd name="T19" fmla="*/ 531 h 1876"/>
                <a:gd name="T20" fmla="*/ 0 w 1188"/>
                <a:gd name="T21" fmla="*/ 1187 h 1876"/>
                <a:gd name="T22" fmla="*/ 562 w 1188"/>
                <a:gd name="T23" fmla="*/ 1875 h 1876"/>
                <a:gd name="T24" fmla="*/ 594 w 1188"/>
                <a:gd name="T25" fmla="*/ 718 h 1876"/>
                <a:gd name="T26" fmla="*/ 594 w 1188"/>
                <a:gd name="T27" fmla="*/ 718 h 1876"/>
                <a:gd name="T28" fmla="*/ 969 w 1188"/>
                <a:gd name="T29" fmla="*/ 1187 h 1876"/>
                <a:gd name="T30" fmla="*/ 594 w 1188"/>
                <a:gd name="T31" fmla="*/ 1687 h 1876"/>
                <a:gd name="T32" fmla="*/ 219 w 1188"/>
                <a:gd name="T33" fmla="*/ 1187 h 1876"/>
                <a:gd name="T34" fmla="*/ 594 w 1188"/>
                <a:gd name="T35" fmla="*/ 718 h 1876"/>
                <a:gd name="T36" fmla="*/ 562 w 1188"/>
                <a:gd name="T37" fmla="*/ 1875 h 1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88" h="1876">
                  <a:moveTo>
                    <a:pt x="562" y="1875"/>
                  </a:moveTo>
                  <a:lnTo>
                    <a:pt x="562" y="1875"/>
                  </a:lnTo>
                  <a:cubicBezTo>
                    <a:pt x="719" y="1875"/>
                    <a:pt x="906" y="1781"/>
                    <a:pt x="969" y="1687"/>
                  </a:cubicBezTo>
                  <a:cubicBezTo>
                    <a:pt x="969" y="1843"/>
                    <a:pt x="969" y="1843"/>
                    <a:pt x="969" y="1843"/>
                  </a:cubicBezTo>
                  <a:cubicBezTo>
                    <a:pt x="1187" y="1843"/>
                    <a:pt x="1187" y="1843"/>
                    <a:pt x="1187" y="1843"/>
                  </a:cubicBezTo>
                  <a:cubicBezTo>
                    <a:pt x="1187" y="0"/>
                    <a:pt x="1187" y="0"/>
                    <a:pt x="1187" y="0"/>
                  </a:cubicBezTo>
                  <a:cubicBezTo>
                    <a:pt x="969" y="0"/>
                    <a:pt x="969" y="0"/>
                    <a:pt x="969" y="0"/>
                  </a:cubicBezTo>
                  <a:cubicBezTo>
                    <a:pt x="969" y="687"/>
                    <a:pt x="969" y="687"/>
                    <a:pt x="969" y="687"/>
                  </a:cubicBezTo>
                  <a:cubicBezTo>
                    <a:pt x="937" y="656"/>
                    <a:pt x="875" y="625"/>
                    <a:pt x="812" y="562"/>
                  </a:cubicBezTo>
                  <a:cubicBezTo>
                    <a:pt x="719" y="531"/>
                    <a:pt x="656" y="531"/>
                    <a:pt x="562" y="531"/>
                  </a:cubicBezTo>
                  <a:cubicBezTo>
                    <a:pt x="187" y="531"/>
                    <a:pt x="0" y="781"/>
                    <a:pt x="0" y="1187"/>
                  </a:cubicBezTo>
                  <a:cubicBezTo>
                    <a:pt x="0" y="1593"/>
                    <a:pt x="187" y="1875"/>
                    <a:pt x="562" y="1875"/>
                  </a:cubicBezTo>
                  <a:lnTo>
                    <a:pt x="594" y="718"/>
                  </a:lnTo>
                  <a:lnTo>
                    <a:pt x="594" y="718"/>
                  </a:lnTo>
                  <a:cubicBezTo>
                    <a:pt x="844" y="718"/>
                    <a:pt x="969" y="906"/>
                    <a:pt x="969" y="1187"/>
                  </a:cubicBezTo>
                  <a:cubicBezTo>
                    <a:pt x="969" y="1468"/>
                    <a:pt x="844" y="1687"/>
                    <a:pt x="594" y="1687"/>
                  </a:cubicBezTo>
                  <a:cubicBezTo>
                    <a:pt x="375" y="1687"/>
                    <a:pt x="219" y="1468"/>
                    <a:pt x="219" y="1187"/>
                  </a:cubicBezTo>
                  <a:cubicBezTo>
                    <a:pt x="219" y="906"/>
                    <a:pt x="375" y="718"/>
                    <a:pt x="594" y="718"/>
                  </a:cubicBezTo>
                  <a:lnTo>
                    <a:pt x="562" y="187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708F9D5E-400F-900B-CADF-AC7337F15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5008563"/>
              <a:ext cx="641350" cy="473075"/>
            </a:xfrm>
            <a:custGeom>
              <a:avLst/>
              <a:gdLst>
                <a:gd name="T0" fmla="*/ 1780 w 1781"/>
                <a:gd name="T1" fmla="*/ 1312 h 1313"/>
                <a:gd name="T2" fmla="*/ 1780 w 1781"/>
                <a:gd name="T3" fmla="*/ 1312 h 1313"/>
                <a:gd name="T4" fmla="*/ 1780 w 1781"/>
                <a:gd name="T5" fmla="*/ 406 h 1313"/>
                <a:gd name="T6" fmla="*/ 1405 w 1781"/>
                <a:gd name="T7" fmla="*/ 0 h 1313"/>
                <a:gd name="T8" fmla="*/ 968 w 1781"/>
                <a:gd name="T9" fmla="*/ 250 h 1313"/>
                <a:gd name="T10" fmla="*/ 625 w 1781"/>
                <a:gd name="T11" fmla="*/ 0 h 1313"/>
                <a:gd name="T12" fmla="*/ 218 w 1781"/>
                <a:gd name="T13" fmla="*/ 250 h 1313"/>
                <a:gd name="T14" fmla="*/ 218 w 1781"/>
                <a:gd name="T15" fmla="*/ 0 h 1313"/>
                <a:gd name="T16" fmla="*/ 0 w 1781"/>
                <a:gd name="T17" fmla="*/ 0 h 1313"/>
                <a:gd name="T18" fmla="*/ 0 w 1781"/>
                <a:gd name="T19" fmla="*/ 1312 h 1313"/>
                <a:gd name="T20" fmla="*/ 218 w 1781"/>
                <a:gd name="T21" fmla="*/ 1312 h 1313"/>
                <a:gd name="T22" fmla="*/ 218 w 1781"/>
                <a:gd name="T23" fmla="*/ 781 h 1313"/>
                <a:gd name="T24" fmla="*/ 562 w 1781"/>
                <a:gd name="T25" fmla="*/ 187 h 1313"/>
                <a:gd name="T26" fmla="*/ 781 w 1781"/>
                <a:gd name="T27" fmla="*/ 437 h 1313"/>
                <a:gd name="T28" fmla="*/ 781 w 1781"/>
                <a:gd name="T29" fmla="*/ 1312 h 1313"/>
                <a:gd name="T30" fmla="*/ 1000 w 1781"/>
                <a:gd name="T31" fmla="*/ 1312 h 1313"/>
                <a:gd name="T32" fmla="*/ 1000 w 1781"/>
                <a:gd name="T33" fmla="*/ 781 h 1313"/>
                <a:gd name="T34" fmla="*/ 1343 w 1781"/>
                <a:gd name="T35" fmla="*/ 187 h 1313"/>
                <a:gd name="T36" fmla="*/ 1561 w 1781"/>
                <a:gd name="T37" fmla="*/ 437 h 1313"/>
                <a:gd name="T38" fmla="*/ 1561 w 1781"/>
                <a:gd name="T39" fmla="*/ 1312 h 1313"/>
                <a:gd name="T40" fmla="*/ 1780 w 1781"/>
                <a:gd name="T41" fmla="*/ 1312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81" h="1313">
                  <a:moveTo>
                    <a:pt x="1780" y="1312"/>
                  </a:moveTo>
                  <a:lnTo>
                    <a:pt x="1780" y="1312"/>
                  </a:lnTo>
                  <a:cubicBezTo>
                    <a:pt x="1780" y="406"/>
                    <a:pt x="1780" y="406"/>
                    <a:pt x="1780" y="406"/>
                  </a:cubicBezTo>
                  <a:cubicBezTo>
                    <a:pt x="1780" y="125"/>
                    <a:pt x="1655" y="0"/>
                    <a:pt x="1405" y="0"/>
                  </a:cubicBezTo>
                  <a:cubicBezTo>
                    <a:pt x="1218" y="0"/>
                    <a:pt x="1062" y="94"/>
                    <a:pt x="968" y="250"/>
                  </a:cubicBezTo>
                  <a:cubicBezTo>
                    <a:pt x="937" y="94"/>
                    <a:pt x="812" y="0"/>
                    <a:pt x="625" y="0"/>
                  </a:cubicBezTo>
                  <a:cubicBezTo>
                    <a:pt x="437" y="0"/>
                    <a:pt x="312" y="62"/>
                    <a:pt x="218" y="25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8" y="1312"/>
                    <a:pt x="218" y="1312"/>
                    <a:pt x="218" y="1312"/>
                  </a:cubicBezTo>
                  <a:cubicBezTo>
                    <a:pt x="218" y="781"/>
                    <a:pt x="218" y="781"/>
                    <a:pt x="218" y="781"/>
                  </a:cubicBezTo>
                  <a:cubicBezTo>
                    <a:pt x="218" y="406"/>
                    <a:pt x="375" y="187"/>
                    <a:pt x="562" y="187"/>
                  </a:cubicBezTo>
                  <a:cubicBezTo>
                    <a:pt x="718" y="187"/>
                    <a:pt x="781" y="281"/>
                    <a:pt x="781" y="437"/>
                  </a:cubicBezTo>
                  <a:cubicBezTo>
                    <a:pt x="781" y="1312"/>
                    <a:pt x="781" y="1312"/>
                    <a:pt x="781" y="1312"/>
                  </a:cubicBezTo>
                  <a:cubicBezTo>
                    <a:pt x="1000" y="1312"/>
                    <a:pt x="1000" y="1312"/>
                    <a:pt x="1000" y="1312"/>
                  </a:cubicBezTo>
                  <a:cubicBezTo>
                    <a:pt x="1000" y="781"/>
                    <a:pt x="1000" y="781"/>
                    <a:pt x="1000" y="781"/>
                  </a:cubicBezTo>
                  <a:cubicBezTo>
                    <a:pt x="1000" y="406"/>
                    <a:pt x="1156" y="187"/>
                    <a:pt x="1343" y="187"/>
                  </a:cubicBezTo>
                  <a:cubicBezTo>
                    <a:pt x="1499" y="187"/>
                    <a:pt x="1561" y="281"/>
                    <a:pt x="1561" y="437"/>
                  </a:cubicBezTo>
                  <a:cubicBezTo>
                    <a:pt x="1561" y="1312"/>
                    <a:pt x="1561" y="1312"/>
                    <a:pt x="1561" y="1312"/>
                  </a:cubicBezTo>
                  <a:lnTo>
                    <a:pt x="1780" y="131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F2359D95-E372-648C-3E6E-9AB46D4D8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5008563"/>
              <a:ext cx="79375" cy="473075"/>
            </a:xfrm>
            <a:custGeom>
              <a:avLst/>
              <a:gdLst>
                <a:gd name="T0" fmla="*/ 219 w 220"/>
                <a:gd name="T1" fmla="*/ 0 h 1313"/>
                <a:gd name="T2" fmla="*/ 0 w 220"/>
                <a:gd name="T3" fmla="*/ 0 h 1313"/>
                <a:gd name="T4" fmla="*/ 0 w 220"/>
                <a:gd name="T5" fmla="*/ 1312 h 1313"/>
                <a:gd name="T6" fmla="*/ 219 w 220"/>
                <a:gd name="T7" fmla="*/ 1312 h 1313"/>
                <a:gd name="T8" fmla="*/ 219 w 220"/>
                <a:gd name="T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313">
                  <a:moveTo>
                    <a:pt x="219" y="0"/>
                  </a:moveTo>
                  <a:lnTo>
                    <a:pt x="0" y="0"/>
                  </a:lnTo>
                  <a:lnTo>
                    <a:pt x="0" y="1312"/>
                  </a:lnTo>
                  <a:lnTo>
                    <a:pt x="219" y="1312"/>
                  </a:lnTo>
                  <a:lnTo>
                    <a:pt x="21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C496DB3F-86CD-ED45-1E26-8BB267FCE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238" y="4816475"/>
              <a:ext cx="123825" cy="123825"/>
            </a:xfrm>
            <a:custGeom>
              <a:avLst/>
              <a:gdLst>
                <a:gd name="T0" fmla="*/ 344 w 345"/>
                <a:gd name="T1" fmla="*/ 187 h 344"/>
                <a:gd name="T2" fmla="*/ 344 w 345"/>
                <a:gd name="T3" fmla="*/ 187 h 344"/>
                <a:gd name="T4" fmla="*/ 156 w 345"/>
                <a:gd name="T5" fmla="*/ 0 h 344"/>
                <a:gd name="T6" fmla="*/ 0 w 345"/>
                <a:gd name="T7" fmla="*/ 187 h 344"/>
                <a:gd name="T8" fmla="*/ 156 w 345"/>
                <a:gd name="T9" fmla="*/ 343 h 344"/>
                <a:gd name="T10" fmla="*/ 344 w 345"/>
                <a:gd name="T11" fmla="*/ 187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5" h="344">
                  <a:moveTo>
                    <a:pt x="344" y="187"/>
                  </a:moveTo>
                  <a:lnTo>
                    <a:pt x="344" y="187"/>
                  </a:lnTo>
                  <a:cubicBezTo>
                    <a:pt x="344" y="93"/>
                    <a:pt x="250" y="0"/>
                    <a:pt x="156" y="0"/>
                  </a:cubicBezTo>
                  <a:cubicBezTo>
                    <a:pt x="62" y="0"/>
                    <a:pt x="0" y="93"/>
                    <a:pt x="0" y="187"/>
                  </a:cubicBezTo>
                  <a:cubicBezTo>
                    <a:pt x="0" y="281"/>
                    <a:pt x="62" y="343"/>
                    <a:pt x="156" y="343"/>
                  </a:cubicBezTo>
                  <a:cubicBezTo>
                    <a:pt x="250" y="343"/>
                    <a:pt x="344" y="281"/>
                    <a:pt x="344" y="18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8D3311C1-3286-8A75-202C-8172EAD6E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816475"/>
              <a:ext cx="382587" cy="663575"/>
            </a:xfrm>
            <a:custGeom>
              <a:avLst/>
              <a:gdLst>
                <a:gd name="T0" fmla="*/ 750 w 1063"/>
                <a:gd name="T1" fmla="*/ 531 h 1844"/>
                <a:gd name="T2" fmla="*/ 218 w 1063"/>
                <a:gd name="T3" fmla="*/ 1093 h 1844"/>
                <a:gd name="T4" fmla="*/ 218 w 1063"/>
                <a:gd name="T5" fmla="*/ 0 h 1844"/>
                <a:gd name="T6" fmla="*/ 0 w 1063"/>
                <a:gd name="T7" fmla="*/ 0 h 1844"/>
                <a:gd name="T8" fmla="*/ 0 w 1063"/>
                <a:gd name="T9" fmla="*/ 1843 h 1844"/>
                <a:gd name="T10" fmla="*/ 218 w 1063"/>
                <a:gd name="T11" fmla="*/ 1843 h 1844"/>
                <a:gd name="T12" fmla="*/ 218 w 1063"/>
                <a:gd name="T13" fmla="*/ 1187 h 1844"/>
                <a:gd name="T14" fmla="*/ 781 w 1063"/>
                <a:gd name="T15" fmla="*/ 1843 h 1844"/>
                <a:gd name="T16" fmla="*/ 1062 w 1063"/>
                <a:gd name="T17" fmla="*/ 1843 h 1844"/>
                <a:gd name="T18" fmla="*/ 468 w 1063"/>
                <a:gd name="T19" fmla="*/ 1156 h 1844"/>
                <a:gd name="T20" fmla="*/ 1031 w 1063"/>
                <a:gd name="T21" fmla="*/ 531 h 1844"/>
                <a:gd name="T22" fmla="*/ 750 w 1063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4">
                  <a:moveTo>
                    <a:pt x="750" y="531"/>
                  </a:moveTo>
                  <a:lnTo>
                    <a:pt x="218" y="1093"/>
                  </a:lnTo>
                  <a:lnTo>
                    <a:pt x="218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8" y="1843"/>
                  </a:lnTo>
                  <a:lnTo>
                    <a:pt x="218" y="1187"/>
                  </a:lnTo>
                  <a:lnTo>
                    <a:pt x="781" y="1843"/>
                  </a:lnTo>
                  <a:lnTo>
                    <a:pt x="1062" y="1843"/>
                  </a:lnTo>
                  <a:lnTo>
                    <a:pt x="468" y="1156"/>
                  </a:lnTo>
                  <a:lnTo>
                    <a:pt x="1031" y="531"/>
                  </a:lnTo>
                  <a:lnTo>
                    <a:pt x="750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A222DD8A-E910-87EE-04D8-9A76601B3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4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79B0E9FC-5F8F-9CEE-D034-0EAAF7CE7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963" y="5008563"/>
              <a:ext cx="282575" cy="473075"/>
            </a:xfrm>
            <a:custGeom>
              <a:avLst/>
              <a:gdLst>
                <a:gd name="T0" fmla="*/ 219 w 783"/>
                <a:gd name="T1" fmla="*/ 219 h 1313"/>
                <a:gd name="T2" fmla="*/ 219 w 783"/>
                <a:gd name="T3" fmla="*/ 219 h 1313"/>
                <a:gd name="T4" fmla="*/ 219 w 783"/>
                <a:gd name="T5" fmla="*/ 0 h 1313"/>
                <a:gd name="T6" fmla="*/ 0 w 783"/>
                <a:gd name="T7" fmla="*/ 0 h 1313"/>
                <a:gd name="T8" fmla="*/ 0 w 783"/>
                <a:gd name="T9" fmla="*/ 1312 h 1313"/>
                <a:gd name="T10" fmla="*/ 219 w 783"/>
                <a:gd name="T11" fmla="*/ 1312 h 1313"/>
                <a:gd name="T12" fmla="*/ 219 w 783"/>
                <a:gd name="T13" fmla="*/ 812 h 1313"/>
                <a:gd name="T14" fmla="*/ 313 w 783"/>
                <a:gd name="T15" fmla="*/ 344 h 1313"/>
                <a:gd name="T16" fmla="*/ 594 w 783"/>
                <a:gd name="T17" fmla="*/ 187 h 1313"/>
                <a:gd name="T18" fmla="*/ 719 w 783"/>
                <a:gd name="T19" fmla="*/ 219 h 1313"/>
                <a:gd name="T20" fmla="*/ 782 w 783"/>
                <a:gd name="T21" fmla="*/ 31 h 1313"/>
                <a:gd name="T22" fmla="*/ 594 w 783"/>
                <a:gd name="T23" fmla="*/ 0 h 1313"/>
                <a:gd name="T24" fmla="*/ 219 w 783"/>
                <a:gd name="T25" fmla="*/ 219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1313">
                  <a:moveTo>
                    <a:pt x="219" y="219"/>
                  </a:moveTo>
                  <a:lnTo>
                    <a:pt x="219" y="219"/>
                  </a:ln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812"/>
                    <a:pt x="219" y="812"/>
                    <a:pt x="219" y="812"/>
                  </a:cubicBezTo>
                  <a:cubicBezTo>
                    <a:pt x="219" y="625"/>
                    <a:pt x="250" y="469"/>
                    <a:pt x="313" y="344"/>
                  </a:cubicBezTo>
                  <a:cubicBezTo>
                    <a:pt x="407" y="250"/>
                    <a:pt x="469" y="187"/>
                    <a:pt x="594" y="187"/>
                  </a:cubicBezTo>
                  <a:cubicBezTo>
                    <a:pt x="625" y="187"/>
                    <a:pt x="688" y="187"/>
                    <a:pt x="719" y="219"/>
                  </a:cubicBezTo>
                  <a:cubicBezTo>
                    <a:pt x="782" y="31"/>
                    <a:pt x="782" y="31"/>
                    <a:pt x="782" y="31"/>
                  </a:cubicBezTo>
                  <a:cubicBezTo>
                    <a:pt x="719" y="0"/>
                    <a:pt x="657" y="0"/>
                    <a:pt x="594" y="0"/>
                  </a:cubicBezTo>
                  <a:cubicBezTo>
                    <a:pt x="438" y="0"/>
                    <a:pt x="282" y="94"/>
                    <a:pt x="219" y="21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E7F471AD-CDB7-FD82-B63B-8033883FB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100" y="5008563"/>
              <a:ext cx="371475" cy="473075"/>
            </a:xfrm>
            <a:custGeom>
              <a:avLst/>
              <a:gdLst>
                <a:gd name="T0" fmla="*/ 656 w 1032"/>
                <a:gd name="T1" fmla="*/ 0 h 1313"/>
                <a:gd name="T2" fmla="*/ 656 w 1032"/>
                <a:gd name="T3" fmla="*/ 0 h 1313"/>
                <a:gd name="T4" fmla="*/ 219 w 1032"/>
                <a:gd name="T5" fmla="*/ 250 h 1313"/>
                <a:gd name="T6" fmla="*/ 219 w 1032"/>
                <a:gd name="T7" fmla="*/ 0 h 1313"/>
                <a:gd name="T8" fmla="*/ 0 w 1032"/>
                <a:gd name="T9" fmla="*/ 0 h 1313"/>
                <a:gd name="T10" fmla="*/ 0 w 1032"/>
                <a:gd name="T11" fmla="*/ 1312 h 1313"/>
                <a:gd name="T12" fmla="*/ 219 w 1032"/>
                <a:gd name="T13" fmla="*/ 1312 h 1313"/>
                <a:gd name="T14" fmla="*/ 219 w 1032"/>
                <a:gd name="T15" fmla="*/ 781 h 1313"/>
                <a:gd name="T16" fmla="*/ 312 w 1032"/>
                <a:gd name="T17" fmla="*/ 344 h 1313"/>
                <a:gd name="T18" fmla="*/ 594 w 1032"/>
                <a:gd name="T19" fmla="*/ 187 h 1313"/>
                <a:gd name="T20" fmla="*/ 812 w 1032"/>
                <a:gd name="T21" fmla="*/ 469 h 1313"/>
                <a:gd name="T22" fmla="*/ 812 w 1032"/>
                <a:gd name="T23" fmla="*/ 1312 h 1313"/>
                <a:gd name="T24" fmla="*/ 1031 w 1032"/>
                <a:gd name="T25" fmla="*/ 1312 h 1313"/>
                <a:gd name="T26" fmla="*/ 1031 w 1032"/>
                <a:gd name="T27" fmla="*/ 406 h 1313"/>
                <a:gd name="T28" fmla="*/ 656 w 1032"/>
                <a:gd name="T2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2" h="1313">
                  <a:moveTo>
                    <a:pt x="656" y="0"/>
                  </a:moveTo>
                  <a:lnTo>
                    <a:pt x="656" y="0"/>
                  </a:lnTo>
                  <a:cubicBezTo>
                    <a:pt x="469" y="0"/>
                    <a:pt x="312" y="62"/>
                    <a:pt x="219" y="25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781"/>
                    <a:pt x="219" y="781"/>
                    <a:pt x="219" y="781"/>
                  </a:cubicBezTo>
                  <a:cubicBezTo>
                    <a:pt x="219" y="594"/>
                    <a:pt x="250" y="469"/>
                    <a:pt x="312" y="344"/>
                  </a:cubicBezTo>
                  <a:cubicBezTo>
                    <a:pt x="406" y="250"/>
                    <a:pt x="500" y="187"/>
                    <a:pt x="594" y="187"/>
                  </a:cubicBezTo>
                  <a:cubicBezTo>
                    <a:pt x="750" y="187"/>
                    <a:pt x="812" y="281"/>
                    <a:pt x="812" y="469"/>
                  </a:cubicBezTo>
                  <a:cubicBezTo>
                    <a:pt x="812" y="1312"/>
                    <a:pt x="812" y="1312"/>
                    <a:pt x="812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06"/>
                    <a:pt x="1031" y="406"/>
                    <a:pt x="1031" y="406"/>
                  </a:cubicBezTo>
                  <a:cubicBezTo>
                    <a:pt x="1031" y="125"/>
                    <a:pt x="875" y="0"/>
                    <a:pt x="65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F2724F5-157A-90B8-8BC9-6155D479C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5008563"/>
              <a:ext cx="338137" cy="484187"/>
            </a:xfrm>
            <a:custGeom>
              <a:avLst/>
              <a:gdLst>
                <a:gd name="T0" fmla="*/ 313 w 939"/>
                <a:gd name="T1" fmla="*/ 344 h 1345"/>
                <a:gd name="T2" fmla="*/ 313 w 939"/>
                <a:gd name="T3" fmla="*/ 344 h 1345"/>
                <a:gd name="T4" fmla="*/ 500 w 939"/>
                <a:gd name="T5" fmla="*/ 187 h 1345"/>
                <a:gd name="T6" fmla="*/ 719 w 939"/>
                <a:gd name="T7" fmla="*/ 312 h 1345"/>
                <a:gd name="T8" fmla="*/ 875 w 939"/>
                <a:gd name="T9" fmla="*/ 187 h 1345"/>
                <a:gd name="T10" fmla="*/ 500 w 939"/>
                <a:gd name="T11" fmla="*/ 0 h 1345"/>
                <a:gd name="T12" fmla="*/ 94 w 939"/>
                <a:gd name="T13" fmla="*/ 344 h 1345"/>
                <a:gd name="T14" fmla="*/ 500 w 939"/>
                <a:gd name="T15" fmla="*/ 750 h 1345"/>
                <a:gd name="T16" fmla="*/ 719 w 939"/>
                <a:gd name="T17" fmla="*/ 937 h 1345"/>
                <a:gd name="T18" fmla="*/ 500 w 939"/>
                <a:gd name="T19" fmla="*/ 1156 h 1345"/>
                <a:gd name="T20" fmla="*/ 188 w 939"/>
                <a:gd name="T21" fmla="*/ 875 h 1345"/>
                <a:gd name="T22" fmla="*/ 0 w 939"/>
                <a:gd name="T23" fmla="*/ 1000 h 1345"/>
                <a:gd name="T24" fmla="*/ 500 w 939"/>
                <a:gd name="T25" fmla="*/ 1344 h 1345"/>
                <a:gd name="T26" fmla="*/ 938 w 939"/>
                <a:gd name="T27" fmla="*/ 937 h 1345"/>
                <a:gd name="T28" fmla="*/ 313 w 939"/>
                <a:gd name="T29" fmla="*/ 344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45">
                  <a:moveTo>
                    <a:pt x="313" y="344"/>
                  </a:moveTo>
                  <a:lnTo>
                    <a:pt x="313" y="344"/>
                  </a:lnTo>
                  <a:cubicBezTo>
                    <a:pt x="313" y="250"/>
                    <a:pt x="407" y="187"/>
                    <a:pt x="500" y="187"/>
                  </a:cubicBezTo>
                  <a:cubicBezTo>
                    <a:pt x="563" y="187"/>
                    <a:pt x="657" y="219"/>
                    <a:pt x="719" y="312"/>
                  </a:cubicBezTo>
                  <a:cubicBezTo>
                    <a:pt x="875" y="187"/>
                    <a:pt x="875" y="187"/>
                    <a:pt x="875" y="187"/>
                  </a:cubicBezTo>
                  <a:cubicBezTo>
                    <a:pt x="782" y="62"/>
                    <a:pt x="657" y="0"/>
                    <a:pt x="500" y="0"/>
                  </a:cubicBezTo>
                  <a:cubicBezTo>
                    <a:pt x="250" y="0"/>
                    <a:pt x="94" y="156"/>
                    <a:pt x="94" y="344"/>
                  </a:cubicBezTo>
                  <a:cubicBezTo>
                    <a:pt x="94" y="594"/>
                    <a:pt x="313" y="687"/>
                    <a:pt x="500" y="750"/>
                  </a:cubicBezTo>
                  <a:cubicBezTo>
                    <a:pt x="625" y="781"/>
                    <a:pt x="719" y="844"/>
                    <a:pt x="719" y="937"/>
                  </a:cubicBezTo>
                  <a:cubicBezTo>
                    <a:pt x="719" y="1062"/>
                    <a:pt x="657" y="1156"/>
                    <a:pt x="500" y="1156"/>
                  </a:cubicBezTo>
                  <a:cubicBezTo>
                    <a:pt x="375" y="1156"/>
                    <a:pt x="282" y="1062"/>
                    <a:pt x="188" y="875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4" y="1187"/>
                    <a:pt x="250" y="1344"/>
                    <a:pt x="500" y="1344"/>
                  </a:cubicBezTo>
                  <a:cubicBezTo>
                    <a:pt x="782" y="1344"/>
                    <a:pt x="938" y="1187"/>
                    <a:pt x="938" y="937"/>
                  </a:cubicBezTo>
                  <a:cubicBezTo>
                    <a:pt x="938" y="531"/>
                    <a:pt x="313" y="594"/>
                    <a:pt x="313" y="34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AAEC654-2A07-AA8C-7D7B-6ED02563D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500" y="567213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12 h 1813"/>
                <a:gd name="T8" fmla="*/ 1094 w 1501"/>
                <a:gd name="T9" fmla="*/ 1312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093 h 1813"/>
                <a:gd name="T20" fmla="*/ 750 w 1501"/>
                <a:gd name="T21" fmla="*/ 281 h 1813"/>
                <a:gd name="T22" fmla="*/ 1031 w 1501"/>
                <a:gd name="T23" fmla="*/ 1093 h 1813"/>
                <a:gd name="T24" fmla="*/ 469 w 1501"/>
                <a:gd name="T25" fmla="*/ 1093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12"/>
                  </a:lnTo>
                  <a:lnTo>
                    <a:pt x="1094" y="1312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093"/>
                  </a:moveTo>
                  <a:lnTo>
                    <a:pt x="750" y="281"/>
                  </a:lnTo>
                  <a:lnTo>
                    <a:pt x="1031" y="1093"/>
                  </a:lnTo>
                  <a:lnTo>
                    <a:pt x="469" y="1093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E98FF219-DE76-6AEF-6598-F74B83D3A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250" y="5986463"/>
              <a:ext cx="315913" cy="79375"/>
            </a:xfrm>
            <a:custGeom>
              <a:avLst/>
              <a:gdLst>
                <a:gd name="T0" fmla="*/ 0 w 876"/>
                <a:gd name="T1" fmla="*/ 218 h 219"/>
                <a:gd name="T2" fmla="*/ 875 w 876"/>
                <a:gd name="T3" fmla="*/ 218 h 219"/>
                <a:gd name="T4" fmla="*/ 875 w 876"/>
                <a:gd name="T5" fmla="*/ 0 h 219"/>
                <a:gd name="T6" fmla="*/ 0 w 876"/>
                <a:gd name="T7" fmla="*/ 0 h 219"/>
                <a:gd name="T8" fmla="*/ 0 w 876"/>
                <a:gd name="T9" fmla="*/ 218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6" h="219">
                  <a:moveTo>
                    <a:pt x="0" y="218"/>
                  </a:moveTo>
                  <a:lnTo>
                    <a:pt x="875" y="218"/>
                  </a:lnTo>
                  <a:lnTo>
                    <a:pt x="875" y="0"/>
                  </a:lnTo>
                  <a:lnTo>
                    <a:pt x="0" y="0"/>
                  </a:lnTo>
                  <a:lnTo>
                    <a:pt x="0" y="21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C385A50-C882-184D-6DFB-DB53EA7A9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3" y="5661025"/>
              <a:ext cx="382587" cy="663575"/>
            </a:xfrm>
            <a:custGeom>
              <a:avLst/>
              <a:gdLst>
                <a:gd name="T0" fmla="*/ 1000 w 1063"/>
                <a:gd name="T1" fmla="*/ 532 h 1845"/>
                <a:gd name="T2" fmla="*/ 719 w 1063"/>
                <a:gd name="T3" fmla="*/ 532 h 1845"/>
                <a:gd name="T4" fmla="*/ 219 w 1063"/>
                <a:gd name="T5" fmla="*/ 1094 h 1845"/>
                <a:gd name="T6" fmla="*/ 219 w 1063"/>
                <a:gd name="T7" fmla="*/ 0 h 1845"/>
                <a:gd name="T8" fmla="*/ 0 w 1063"/>
                <a:gd name="T9" fmla="*/ 0 h 1845"/>
                <a:gd name="T10" fmla="*/ 0 w 1063"/>
                <a:gd name="T11" fmla="*/ 1844 h 1845"/>
                <a:gd name="T12" fmla="*/ 219 w 1063"/>
                <a:gd name="T13" fmla="*/ 1844 h 1845"/>
                <a:gd name="T14" fmla="*/ 219 w 1063"/>
                <a:gd name="T15" fmla="*/ 1188 h 1845"/>
                <a:gd name="T16" fmla="*/ 781 w 1063"/>
                <a:gd name="T17" fmla="*/ 1844 h 1845"/>
                <a:gd name="T18" fmla="*/ 1062 w 1063"/>
                <a:gd name="T19" fmla="*/ 1844 h 1845"/>
                <a:gd name="T20" fmla="*/ 437 w 1063"/>
                <a:gd name="T21" fmla="*/ 1125 h 1845"/>
                <a:gd name="T22" fmla="*/ 1000 w 1063"/>
                <a:gd name="T23" fmla="*/ 532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5">
                  <a:moveTo>
                    <a:pt x="1000" y="532"/>
                  </a:moveTo>
                  <a:lnTo>
                    <a:pt x="719" y="532"/>
                  </a:lnTo>
                  <a:lnTo>
                    <a:pt x="219" y="1094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4"/>
                  </a:lnTo>
                  <a:lnTo>
                    <a:pt x="219" y="1844"/>
                  </a:lnTo>
                  <a:lnTo>
                    <a:pt x="219" y="1188"/>
                  </a:lnTo>
                  <a:lnTo>
                    <a:pt x="781" y="1844"/>
                  </a:lnTo>
                  <a:lnTo>
                    <a:pt x="1062" y="1844"/>
                  </a:lnTo>
                  <a:lnTo>
                    <a:pt x="437" y="1125"/>
                  </a:lnTo>
                  <a:lnTo>
                    <a:pt x="1000" y="53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5F8B18F3-CD7B-F8CE-7ECA-E8BA7AE77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5840413"/>
              <a:ext cx="371475" cy="495300"/>
            </a:xfrm>
            <a:custGeom>
              <a:avLst/>
              <a:gdLst>
                <a:gd name="T0" fmla="*/ 499 w 1031"/>
                <a:gd name="T1" fmla="*/ 0 h 1376"/>
                <a:gd name="T2" fmla="*/ 499 w 1031"/>
                <a:gd name="T3" fmla="*/ 0 h 1376"/>
                <a:gd name="T4" fmla="*/ 31 w 1031"/>
                <a:gd name="T5" fmla="*/ 375 h 1376"/>
                <a:gd name="T6" fmla="*/ 250 w 1031"/>
                <a:gd name="T7" fmla="*/ 407 h 1376"/>
                <a:gd name="T8" fmla="*/ 499 w 1031"/>
                <a:gd name="T9" fmla="*/ 219 h 1376"/>
                <a:gd name="T10" fmla="*/ 811 w 1031"/>
                <a:gd name="T11" fmla="*/ 469 h 1376"/>
                <a:gd name="T12" fmla="*/ 811 w 1031"/>
                <a:gd name="T13" fmla="*/ 532 h 1376"/>
                <a:gd name="T14" fmla="*/ 592 w 1031"/>
                <a:gd name="T15" fmla="*/ 532 h 1376"/>
                <a:gd name="T16" fmla="*/ 0 w 1031"/>
                <a:gd name="T17" fmla="*/ 969 h 1376"/>
                <a:gd name="T18" fmla="*/ 405 w 1031"/>
                <a:gd name="T19" fmla="*/ 1375 h 1376"/>
                <a:gd name="T20" fmla="*/ 811 w 1031"/>
                <a:gd name="T21" fmla="*/ 1157 h 1376"/>
                <a:gd name="T22" fmla="*/ 842 w 1031"/>
                <a:gd name="T23" fmla="*/ 1344 h 1376"/>
                <a:gd name="T24" fmla="*/ 1030 w 1031"/>
                <a:gd name="T25" fmla="*/ 1344 h 1376"/>
                <a:gd name="T26" fmla="*/ 1030 w 1031"/>
                <a:gd name="T27" fmla="*/ 500 h 1376"/>
                <a:gd name="T28" fmla="*/ 499 w 1031"/>
                <a:gd name="T29" fmla="*/ 0 h 1376"/>
                <a:gd name="T30" fmla="*/ 811 w 1031"/>
                <a:gd name="T31" fmla="*/ 750 h 1376"/>
                <a:gd name="T32" fmla="*/ 811 w 1031"/>
                <a:gd name="T33" fmla="*/ 750 h 1376"/>
                <a:gd name="T34" fmla="*/ 686 w 1031"/>
                <a:gd name="T35" fmla="*/ 1063 h 1376"/>
                <a:gd name="T36" fmla="*/ 436 w 1031"/>
                <a:gd name="T37" fmla="*/ 1157 h 1376"/>
                <a:gd name="T38" fmla="*/ 218 w 1031"/>
                <a:gd name="T39" fmla="*/ 969 h 1376"/>
                <a:gd name="T40" fmla="*/ 561 w 1031"/>
                <a:gd name="T41" fmla="*/ 719 h 1376"/>
                <a:gd name="T42" fmla="*/ 811 w 1031"/>
                <a:gd name="T43" fmla="*/ 719 h 1376"/>
                <a:gd name="T44" fmla="*/ 499 w 1031"/>
                <a:gd name="T45" fmla="*/ 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1" h="1376">
                  <a:moveTo>
                    <a:pt x="499" y="0"/>
                  </a:moveTo>
                  <a:lnTo>
                    <a:pt x="499" y="0"/>
                  </a:lnTo>
                  <a:cubicBezTo>
                    <a:pt x="250" y="0"/>
                    <a:pt x="93" y="157"/>
                    <a:pt x="31" y="375"/>
                  </a:cubicBezTo>
                  <a:cubicBezTo>
                    <a:pt x="250" y="407"/>
                    <a:pt x="250" y="407"/>
                    <a:pt x="250" y="407"/>
                  </a:cubicBezTo>
                  <a:cubicBezTo>
                    <a:pt x="281" y="282"/>
                    <a:pt x="374" y="219"/>
                    <a:pt x="499" y="219"/>
                  </a:cubicBezTo>
                  <a:cubicBezTo>
                    <a:pt x="686" y="219"/>
                    <a:pt x="811" y="313"/>
                    <a:pt x="811" y="469"/>
                  </a:cubicBezTo>
                  <a:cubicBezTo>
                    <a:pt x="811" y="532"/>
                    <a:pt x="811" y="532"/>
                    <a:pt x="811" y="532"/>
                  </a:cubicBezTo>
                  <a:cubicBezTo>
                    <a:pt x="592" y="532"/>
                    <a:pt x="592" y="532"/>
                    <a:pt x="592" y="532"/>
                  </a:cubicBezTo>
                  <a:cubicBezTo>
                    <a:pt x="218" y="532"/>
                    <a:pt x="0" y="688"/>
                    <a:pt x="0" y="969"/>
                  </a:cubicBezTo>
                  <a:cubicBezTo>
                    <a:pt x="0" y="1219"/>
                    <a:pt x="156" y="1375"/>
                    <a:pt x="405" y="1375"/>
                  </a:cubicBezTo>
                  <a:cubicBezTo>
                    <a:pt x="561" y="1375"/>
                    <a:pt x="717" y="1282"/>
                    <a:pt x="811" y="1157"/>
                  </a:cubicBezTo>
                  <a:cubicBezTo>
                    <a:pt x="842" y="1344"/>
                    <a:pt x="842" y="1344"/>
                    <a:pt x="842" y="1344"/>
                  </a:cubicBezTo>
                  <a:cubicBezTo>
                    <a:pt x="1030" y="1344"/>
                    <a:pt x="1030" y="1344"/>
                    <a:pt x="1030" y="1344"/>
                  </a:cubicBezTo>
                  <a:cubicBezTo>
                    <a:pt x="1030" y="500"/>
                    <a:pt x="1030" y="500"/>
                    <a:pt x="1030" y="500"/>
                  </a:cubicBezTo>
                  <a:cubicBezTo>
                    <a:pt x="1030" y="157"/>
                    <a:pt x="811" y="0"/>
                    <a:pt x="499" y="0"/>
                  </a:cubicBezTo>
                  <a:lnTo>
                    <a:pt x="811" y="750"/>
                  </a:lnTo>
                  <a:lnTo>
                    <a:pt x="811" y="750"/>
                  </a:lnTo>
                  <a:cubicBezTo>
                    <a:pt x="811" y="907"/>
                    <a:pt x="749" y="1000"/>
                    <a:pt x="686" y="1063"/>
                  </a:cubicBezTo>
                  <a:cubicBezTo>
                    <a:pt x="624" y="1125"/>
                    <a:pt x="530" y="1157"/>
                    <a:pt x="436" y="1157"/>
                  </a:cubicBezTo>
                  <a:cubicBezTo>
                    <a:pt x="281" y="1157"/>
                    <a:pt x="218" y="1094"/>
                    <a:pt x="218" y="969"/>
                  </a:cubicBezTo>
                  <a:cubicBezTo>
                    <a:pt x="218" y="813"/>
                    <a:pt x="343" y="719"/>
                    <a:pt x="561" y="719"/>
                  </a:cubicBezTo>
                  <a:cubicBezTo>
                    <a:pt x="811" y="719"/>
                    <a:pt x="811" y="719"/>
                    <a:pt x="811" y="719"/>
                  </a:cubicBezTo>
                  <a:lnTo>
                    <a:pt x="49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22DC6EE2-A802-2EEA-8675-58AC5BB65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5840413"/>
              <a:ext cx="338138" cy="495300"/>
            </a:xfrm>
            <a:custGeom>
              <a:avLst/>
              <a:gdLst>
                <a:gd name="T0" fmla="*/ 313 w 939"/>
                <a:gd name="T1" fmla="*/ 375 h 1376"/>
                <a:gd name="T2" fmla="*/ 313 w 939"/>
                <a:gd name="T3" fmla="*/ 375 h 1376"/>
                <a:gd name="T4" fmla="*/ 469 w 939"/>
                <a:gd name="T5" fmla="*/ 219 h 1376"/>
                <a:gd name="T6" fmla="*/ 719 w 939"/>
                <a:gd name="T7" fmla="*/ 344 h 1376"/>
                <a:gd name="T8" fmla="*/ 875 w 939"/>
                <a:gd name="T9" fmla="*/ 219 h 1376"/>
                <a:gd name="T10" fmla="*/ 469 w 939"/>
                <a:gd name="T11" fmla="*/ 0 h 1376"/>
                <a:gd name="T12" fmla="*/ 94 w 939"/>
                <a:gd name="T13" fmla="*/ 375 h 1376"/>
                <a:gd name="T14" fmla="*/ 500 w 939"/>
                <a:gd name="T15" fmla="*/ 782 h 1376"/>
                <a:gd name="T16" fmla="*/ 688 w 939"/>
                <a:gd name="T17" fmla="*/ 969 h 1376"/>
                <a:gd name="T18" fmla="*/ 500 w 939"/>
                <a:gd name="T19" fmla="*/ 1157 h 1376"/>
                <a:gd name="T20" fmla="*/ 188 w 939"/>
                <a:gd name="T21" fmla="*/ 907 h 1376"/>
                <a:gd name="T22" fmla="*/ 0 w 939"/>
                <a:gd name="T23" fmla="*/ 1000 h 1376"/>
                <a:gd name="T24" fmla="*/ 500 w 939"/>
                <a:gd name="T25" fmla="*/ 1375 h 1376"/>
                <a:gd name="T26" fmla="*/ 938 w 939"/>
                <a:gd name="T27" fmla="*/ 938 h 1376"/>
                <a:gd name="T28" fmla="*/ 313 w 939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76">
                  <a:moveTo>
                    <a:pt x="313" y="375"/>
                  </a:moveTo>
                  <a:lnTo>
                    <a:pt x="313" y="375"/>
                  </a:lnTo>
                  <a:cubicBezTo>
                    <a:pt x="313" y="282"/>
                    <a:pt x="375" y="219"/>
                    <a:pt x="469" y="219"/>
                  </a:cubicBezTo>
                  <a:cubicBezTo>
                    <a:pt x="563" y="219"/>
                    <a:pt x="625" y="250"/>
                    <a:pt x="719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25" y="0"/>
                    <a:pt x="469" y="0"/>
                  </a:cubicBezTo>
                  <a:cubicBezTo>
                    <a:pt x="250" y="0"/>
                    <a:pt x="94" y="157"/>
                    <a:pt x="94" y="375"/>
                  </a:cubicBezTo>
                  <a:cubicBezTo>
                    <a:pt x="94" y="625"/>
                    <a:pt x="313" y="719"/>
                    <a:pt x="500" y="782"/>
                  </a:cubicBezTo>
                  <a:cubicBezTo>
                    <a:pt x="594" y="813"/>
                    <a:pt x="688" y="875"/>
                    <a:pt x="688" y="969"/>
                  </a:cubicBezTo>
                  <a:cubicBezTo>
                    <a:pt x="688" y="1094"/>
                    <a:pt x="625" y="1157"/>
                    <a:pt x="500" y="1157"/>
                  </a:cubicBezTo>
                  <a:cubicBezTo>
                    <a:pt x="344" y="1157"/>
                    <a:pt x="250" y="1094"/>
                    <a:pt x="188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63" y="1219"/>
                    <a:pt x="250" y="1375"/>
                    <a:pt x="500" y="1375"/>
                  </a:cubicBezTo>
                  <a:cubicBezTo>
                    <a:pt x="750" y="1375"/>
                    <a:pt x="938" y="1219"/>
                    <a:pt x="938" y="938"/>
                  </a:cubicBezTo>
                  <a:cubicBezTo>
                    <a:pt x="938" y="563"/>
                    <a:pt x="313" y="594"/>
                    <a:pt x="313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9EF51A54-6F21-59DD-40FD-0859C2AF5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388" y="5840413"/>
              <a:ext cx="338137" cy="495300"/>
            </a:xfrm>
            <a:custGeom>
              <a:avLst/>
              <a:gdLst>
                <a:gd name="T0" fmla="*/ 312 w 938"/>
                <a:gd name="T1" fmla="*/ 375 h 1376"/>
                <a:gd name="T2" fmla="*/ 312 w 938"/>
                <a:gd name="T3" fmla="*/ 375 h 1376"/>
                <a:gd name="T4" fmla="*/ 468 w 938"/>
                <a:gd name="T5" fmla="*/ 219 h 1376"/>
                <a:gd name="T6" fmla="*/ 718 w 938"/>
                <a:gd name="T7" fmla="*/ 344 h 1376"/>
                <a:gd name="T8" fmla="*/ 875 w 938"/>
                <a:gd name="T9" fmla="*/ 219 h 1376"/>
                <a:gd name="T10" fmla="*/ 500 w 938"/>
                <a:gd name="T11" fmla="*/ 0 h 1376"/>
                <a:gd name="T12" fmla="*/ 93 w 938"/>
                <a:gd name="T13" fmla="*/ 375 h 1376"/>
                <a:gd name="T14" fmla="*/ 500 w 938"/>
                <a:gd name="T15" fmla="*/ 782 h 1376"/>
                <a:gd name="T16" fmla="*/ 718 w 938"/>
                <a:gd name="T17" fmla="*/ 969 h 1376"/>
                <a:gd name="T18" fmla="*/ 500 w 938"/>
                <a:gd name="T19" fmla="*/ 1157 h 1376"/>
                <a:gd name="T20" fmla="*/ 187 w 938"/>
                <a:gd name="T21" fmla="*/ 907 h 1376"/>
                <a:gd name="T22" fmla="*/ 0 w 938"/>
                <a:gd name="T23" fmla="*/ 1000 h 1376"/>
                <a:gd name="T24" fmla="*/ 500 w 938"/>
                <a:gd name="T25" fmla="*/ 1375 h 1376"/>
                <a:gd name="T26" fmla="*/ 937 w 938"/>
                <a:gd name="T27" fmla="*/ 938 h 1376"/>
                <a:gd name="T28" fmla="*/ 312 w 938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8" h="1376">
                  <a:moveTo>
                    <a:pt x="312" y="375"/>
                  </a:moveTo>
                  <a:lnTo>
                    <a:pt x="312" y="375"/>
                  </a:lnTo>
                  <a:cubicBezTo>
                    <a:pt x="312" y="282"/>
                    <a:pt x="375" y="219"/>
                    <a:pt x="468" y="219"/>
                  </a:cubicBezTo>
                  <a:cubicBezTo>
                    <a:pt x="562" y="219"/>
                    <a:pt x="625" y="250"/>
                    <a:pt x="718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56" y="0"/>
                    <a:pt x="500" y="0"/>
                  </a:cubicBezTo>
                  <a:cubicBezTo>
                    <a:pt x="249" y="0"/>
                    <a:pt x="93" y="157"/>
                    <a:pt x="93" y="375"/>
                  </a:cubicBezTo>
                  <a:cubicBezTo>
                    <a:pt x="93" y="625"/>
                    <a:pt x="312" y="719"/>
                    <a:pt x="500" y="782"/>
                  </a:cubicBezTo>
                  <a:cubicBezTo>
                    <a:pt x="625" y="813"/>
                    <a:pt x="718" y="875"/>
                    <a:pt x="718" y="969"/>
                  </a:cubicBezTo>
                  <a:cubicBezTo>
                    <a:pt x="718" y="1094"/>
                    <a:pt x="625" y="1157"/>
                    <a:pt x="500" y="1157"/>
                  </a:cubicBezTo>
                  <a:cubicBezTo>
                    <a:pt x="375" y="1157"/>
                    <a:pt x="249" y="1094"/>
                    <a:pt x="187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3" y="1219"/>
                    <a:pt x="249" y="1375"/>
                    <a:pt x="500" y="1375"/>
                  </a:cubicBezTo>
                  <a:cubicBezTo>
                    <a:pt x="750" y="1375"/>
                    <a:pt x="937" y="1219"/>
                    <a:pt x="937" y="938"/>
                  </a:cubicBezTo>
                  <a:cubicBezTo>
                    <a:pt x="937" y="563"/>
                    <a:pt x="312" y="594"/>
                    <a:pt x="312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101FE9EA-439F-A9E8-5C86-4BDB41D02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868363"/>
              <a:ext cx="2947987" cy="3622675"/>
            </a:xfrm>
            <a:custGeom>
              <a:avLst/>
              <a:gdLst>
                <a:gd name="T0" fmla="*/ 4093 w 8188"/>
                <a:gd name="T1" fmla="*/ 1625 h 10062"/>
                <a:gd name="T2" fmla="*/ 6905 w 8188"/>
                <a:gd name="T3" fmla="*/ 10061 h 10062"/>
                <a:gd name="T4" fmla="*/ 8187 w 8188"/>
                <a:gd name="T5" fmla="*/ 10061 h 10062"/>
                <a:gd name="T6" fmla="*/ 4687 w 8188"/>
                <a:gd name="T7" fmla="*/ 0 h 10062"/>
                <a:gd name="T8" fmla="*/ 3500 w 8188"/>
                <a:gd name="T9" fmla="*/ 0 h 10062"/>
                <a:gd name="T10" fmla="*/ 0 w 8188"/>
                <a:gd name="T11" fmla="*/ 10061 h 10062"/>
                <a:gd name="T12" fmla="*/ 1281 w 8188"/>
                <a:gd name="T13" fmla="*/ 10061 h 10062"/>
                <a:gd name="T14" fmla="*/ 4093 w 8188"/>
                <a:gd name="T15" fmla="*/ 1625 h 10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88" h="10062">
                  <a:moveTo>
                    <a:pt x="4093" y="1625"/>
                  </a:moveTo>
                  <a:lnTo>
                    <a:pt x="6905" y="10061"/>
                  </a:lnTo>
                  <a:lnTo>
                    <a:pt x="8187" y="10061"/>
                  </a:lnTo>
                  <a:lnTo>
                    <a:pt x="4687" y="0"/>
                  </a:lnTo>
                  <a:lnTo>
                    <a:pt x="3500" y="0"/>
                  </a:lnTo>
                  <a:lnTo>
                    <a:pt x="0" y="10061"/>
                  </a:lnTo>
                  <a:lnTo>
                    <a:pt x="1281" y="10061"/>
                  </a:lnTo>
                  <a:lnTo>
                    <a:pt x="4093" y="162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87E95709-B3BA-2E0A-1288-7C7AE2381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0638" y="2770188"/>
              <a:ext cx="3295650" cy="1068387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C2E72376-3BEA-8AE1-17DE-14A21F0EE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0545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9B621DB1-A8ED-871A-61C3-04ED1D769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6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A227A01-F967-BAE1-4E01-8BF4DFEEA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9765" y="5856056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</p:grpSp>
      <p:sp>
        <p:nvSpPr>
          <p:cNvPr id="41" name="Pladsholder til tekst 40">
            <a:extLst>
              <a:ext uri="{FF2B5EF4-FFF2-40B4-BE49-F238E27FC236}">
                <a16:creationId xmlns:a16="http://schemas.microsoft.com/office/drawing/2014/main" id="{FE90F7AD-D95F-917F-7AD5-17434EED4E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2160588"/>
            <a:ext cx="6120765" cy="35988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 b="0" i="0">
                <a:solidFill>
                  <a:schemeClr val="tx1"/>
                </a:solidFill>
                <a:latin typeface="Apercu Pro Light" panose="020B0303050601040103" pitchFamily="34" charset="0"/>
              </a:defRPr>
            </a:lvl1pPr>
            <a:lvl2pPr marL="432008" indent="0">
              <a:buNone/>
              <a:defRPr sz="1600" b="0" i="0">
                <a:solidFill>
                  <a:schemeClr val="tx1"/>
                </a:solidFill>
                <a:latin typeface="Apercu Pro Light" panose="020B0303050601040103" pitchFamily="34" charset="0"/>
              </a:defRPr>
            </a:lvl2pPr>
            <a:lvl3pPr marL="864017" indent="0">
              <a:buNone/>
              <a:defRPr sz="1600" b="0" i="0">
                <a:solidFill>
                  <a:schemeClr val="tx1"/>
                </a:solidFill>
                <a:latin typeface="Apercu Pro Light" panose="020B0303050601040103" pitchFamily="34" charset="0"/>
              </a:defRPr>
            </a:lvl3pPr>
            <a:lvl4pPr marL="1296025" indent="0">
              <a:buNone/>
              <a:defRPr sz="1600" b="0" i="0">
                <a:solidFill>
                  <a:schemeClr val="tx1"/>
                </a:solidFill>
                <a:latin typeface="Apercu Pro Light" panose="020B0303050601040103" pitchFamily="34" charset="0"/>
              </a:defRPr>
            </a:lvl4pPr>
            <a:lvl5pPr marL="1728033" indent="0">
              <a:buNone/>
              <a:defRPr sz="1600" b="0" i="0">
                <a:solidFill>
                  <a:schemeClr val="tx1"/>
                </a:solidFill>
                <a:latin typeface="Apercu Pro Light" panose="020B0303050601040103" pitchFamily="34" charset="0"/>
              </a:defRPr>
            </a:lvl5pPr>
          </a:lstStyle>
          <a:p>
            <a:pPr lvl="0"/>
            <a:r>
              <a:rPr lang="da-DK" dirty="0"/>
              <a:t>Indsæt tekst her…</a:t>
            </a:r>
          </a:p>
        </p:txBody>
      </p:sp>
    </p:spTree>
    <p:extLst>
      <p:ext uri="{BB962C8B-B14F-4D97-AF65-F5344CB8AC3E}">
        <p14:creationId xmlns:p14="http://schemas.microsoft.com/office/powerpoint/2010/main" val="55430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Slide +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63E027EB-354D-BDC3-E605-2A5A2F1D4DAA}"/>
              </a:ext>
            </a:extLst>
          </p:cNvPr>
          <p:cNvSpPr/>
          <p:nvPr userDrawn="1"/>
        </p:nvSpPr>
        <p:spPr>
          <a:xfrm>
            <a:off x="5983705" y="0"/>
            <a:ext cx="5536783" cy="6480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ED82C5BC-C532-0A48-8E14-5CE385DEB907}"/>
              </a:ext>
            </a:extLst>
          </p:cNvPr>
          <p:cNvGrpSpPr/>
          <p:nvPr userDrawn="1"/>
        </p:nvGrpSpPr>
        <p:grpSpPr>
          <a:xfrm>
            <a:off x="5760244" y="302282"/>
            <a:ext cx="5760244" cy="5932264"/>
            <a:chOff x="5760244" y="302282"/>
            <a:chExt cx="5760244" cy="5932264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22BED847-1464-1B79-5BC5-0F4E0FAA771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447801" y="5575406"/>
              <a:ext cx="2028415" cy="659140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5" name="Freeform 23">
              <a:extLst>
                <a:ext uri="{FF2B5EF4-FFF2-40B4-BE49-F238E27FC236}">
                  <a16:creationId xmlns:a16="http://schemas.microsoft.com/office/drawing/2014/main" id="{96B16190-EF2F-3A30-CCE9-616ED5B847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121642" y="4257126"/>
              <a:ext cx="2028415" cy="659140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7" name="Freeform 23">
              <a:extLst>
                <a:ext uri="{FF2B5EF4-FFF2-40B4-BE49-F238E27FC236}">
                  <a16:creationId xmlns:a16="http://schemas.microsoft.com/office/drawing/2014/main" id="{35D7906B-0D7E-8850-797E-0A1EF65FAE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447801" y="2938845"/>
              <a:ext cx="2028415" cy="659140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4D005942-3D5E-0637-8532-21773025C57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121642" y="1620565"/>
              <a:ext cx="2028415" cy="659140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3" name="Kombinationstegning 32">
              <a:extLst>
                <a:ext uri="{FF2B5EF4-FFF2-40B4-BE49-F238E27FC236}">
                  <a16:creationId xmlns:a16="http://schemas.microsoft.com/office/drawing/2014/main" id="{B9F58C79-358F-0A72-2221-B89CFA0142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135357" y="302283"/>
              <a:ext cx="385131" cy="495464"/>
            </a:xfrm>
            <a:custGeom>
              <a:avLst/>
              <a:gdLst>
                <a:gd name="connsiteX0" fmla="*/ 221539 w 385131"/>
                <a:gd name="connsiteY0" fmla="*/ 0 h 495464"/>
                <a:gd name="connsiteX1" fmla="*/ 383921 w 385131"/>
                <a:gd name="connsiteY1" fmla="*/ 158115 h 495464"/>
                <a:gd name="connsiteX2" fmla="*/ 385131 w 385131"/>
                <a:gd name="connsiteY2" fmla="*/ 158954 h 495464"/>
                <a:gd name="connsiteX3" fmla="*/ 385131 w 385131"/>
                <a:gd name="connsiteY3" fmla="*/ 495464 h 495464"/>
                <a:gd name="connsiteX4" fmla="*/ 330520 w 385131"/>
                <a:gd name="connsiteY4" fmla="*/ 466016 h 495464"/>
                <a:gd name="connsiteX5" fmla="*/ 0 w 385131"/>
                <a:gd name="connsiteY5" fmla="*/ 180492 h 495464"/>
                <a:gd name="connsiteX6" fmla="*/ 221539 w 385131"/>
                <a:gd name="connsiteY6" fmla="*/ 0 h 49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31" h="495464">
                  <a:moveTo>
                    <a:pt x="221539" y="0"/>
                  </a:moveTo>
                  <a:cubicBezTo>
                    <a:pt x="270001" y="58999"/>
                    <a:pt x="324527" y="111920"/>
                    <a:pt x="383921" y="158115"/>
                  </a:cubicBezTo>
                  <a:lnTo>
                    <a:pt x="385131" y="158954"/>
                  </a:lnTo>
                  <a:lnTo>
                    <a:pt x="385131" y="495464"/>
                  </a:lnTo>
                  <a:lnTo>
                    <a:pt x="330520" y="466016"/>
                  </a:lnTo>
                  <a:cubicBezTo>
                    <a:pt x="207683" y="390861"/>
                    <a:pt x="96037" y="294965"/>
                    <a:pt x="0" y="180492"/>
                  </a:cubicBezTo>
                  <a:cubicBezTo>
                    <a:pt x="221539" y="0"/>
                    <a:pt x="221539" y="0"/>
                    <a:pt x="22153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4" name="Kombinationstegning 33">
              <a:extLst>
                <a:ext uri="{FF2B5EF4-FFF2-40B4-BE49-F238E27FC236}">
                  <a16:creationId xmlns:a16="http://schemas.microsoft.com/office/drawing/2014/main" id="{054B5F31-DA46-BAD5-3637-CA220293D0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791579" y="1620565"/>
              <a:ext cx="1728909" cy="658918"/>
            </a:xfrm>
            <a:custGeom>
              <a:avLst/>
              <a:gdLst>
                <a:gd name="connsiteX0" fmla="*/ 221539 w 1728909"/>
                <a:gd name="connsiteY0" fmla="*/ 0 h 658918"/>
                <a:gd name="connsiteX1" fmla="*/ 1017531 w 1728909"/>
                <a:gd name="connsiteY1" fmla="*/ 374749 h 658918"/>
                <a:gd name="connsiteX2" fmla="*/ 1651358 w 1728909"/>
                <a:gd name="connsiteY2" fmla="*/ 158115 h 658918"/>
                <a:gd name="connsiteX3" fmla="*/ 1728909 w 1728909"/>
                <a:gd name="connsiteY3" fmla="*/ 90599 h 658918"/>
                <a:gd name="connsiteX4" fmla="*/ 1728909 w 1728909"/>
                <a:gd name="connsiteY4" fmla="*/ 447914 h 658918"/>
                <a:gd name="connsiteX5" fmla="*/ 1702923 w 1728909"/>
                <a:gd name="connsiteY5" fmla="*/ 466016 h 658918"/>
                <a:gd name="connsiteX6" fmla="*/ 1017531 w 1728909"/>
                <a:gd name="connsiteY6" fmla="*/ 658918 h 658918"/>
                <a:gd name="connsiteX7" fmla="*/ 0 w 1728909"/>
                <a:gd name="connsiteY7" fmla="*/ 180492 h 658918"/>
                <a:gd name="connsiteX8" fmla="*/ 221539 w 1728909"/>
                <a:gd name="connsiteY8" fmla="*/ 0 h 658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28909" h="658918">
                  <a:moveTo>
                    <a:pt x="221539" y="0"/>
                  </a:moveTo>
                  <a:cubicBezTo>
                    <a:pt x="415386" y="235994"/>
                    <a:pt x="706268" y="374749"/>
                    <a:pt x="1017531" y="374749"/>
                  </a:cubicBezTo>
                  <a:cubicBezTo>
                    <a:pt x="1251144" y="374749"/>
                    <a:pt x="1473168" y="296699"/>
                    <a:pt x="1651358" y="158115"/>
                  </a:cubicBezTo>
                  <a:lnTo>
                    <a:pt x="1728909" y="90599"/>
                  </a:lnTo>
                  <a:lnTo>
                    <a:pt x="1728909" y="447914"/>
                  </a:lnTo>
                  <a:lnTo>
                    <a:pt x="1702923" y="466016"/>
                  </a:lnTo>
                  <a:cubicBezTo>
                    <a:pt x="1499915" y="591275"/>
                    <a:pt x="1264132" y="658918"/>
                    <a:pt x="1017531" y="658918"/>
                  </a:cubicBezTo>
                  <a:cubicBezTo>
                    <a:pt x="623190" y="658918"/>
                    <a:pt x="256100" y="485752"/>
                    <a:pt x="0" y="180492"/>
                  </a:cubicBezTo>
                  <a:cubicBezTo>
                    <a:pt x="221539" y="0"/>
                    <a:pt x="221539" y="0"/>
                    <a:pt x="221539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5" name="Kombinationstegning 34">
              <a:extLst>
                <a:ext uri="{FF2B5EF4-FFF2-40B4-BE49-F238E27FC236}">
                  <a16:creationId xmlns:a16="http://schemas.microsoft.com/office/drawing/2014/main" id="{923AE9DF-5AB5-B813-D61D-D5B0AB22DB2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135357" y="2938845"/>
              <a:ext cx="385131" cy="495464"/>
            </a:xfrm>
            <a:custGeom>
              <a:avLst/>
              <a:gdLst>
                <a:gd name="connsiteX0" fmla="*/ 221539 w 385131"/>
                <a:gd name="connsiteY0" fmla="*/ 0 h 495464"/>
                <a:gd name="connsiteX1" fmla="*/ 383921 w 385131"/>
                <a:gd name="connsiteY1" fmla="*/ 158115 h 495464"/>
                <a:gd name="connsiteX2" fmla="*/ 385131 w 385131"/>
                <a:gd name="connsiteY2" fmla="*/ 158954 h 495464"/>
                <a:gd name="connsiteX3" fmla="*/ 385131 w 385131"/>
                <a:gd name="connsiteY3" fmla="*/ 495464 h 495464"/>
                <a:gd name="connsiteX4" fmla="*/ 330520 w 385131"/>
                <a:gd name="connsiteY4" fmla="*/ 466016 h 495464"/>
                <a:gd name="connsiteX5" fmla="*/ 0 w 385131"/>
                <a:gd name="connsiteY5" fmla="*/ 180492 h 495464"/>
                <a:gd name="connsiteX6" fmla="*/ 221539 w 385131"/>
                <a:gd name="connsiteY6" fmla="*/ 0 h 49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31" h="495464">
                  <a:moveTo>
                    <a:pt x="221539" y="0"/>
                  </a:moveTo>
                  <a:cubicBezTo>
                    <a:pt x="270001" y="58999"/>
                    <a:pt x="324527" y="111920"/>
                    <a:pt x="383921" y="158115"/>
                  </a:cubicBezTo>
                  <a:lnTo>
                    <a:pt x="385131" y="158954"/>
                  </a:lnTo>
                  <a:lnTo>
                    <a:pt x="385131" y="495464"/>
                  </a:lnTo>
                  <a:lnTo>
                    <a:pt x="330520" y="466016"/>
                  </a:lnTo>
                  <a:cubicBezTo>
                    <a:pt x="207683" y="390861"/>
                    <a:pt x="96037" y="294965"/>
                    <a:pt x="0" y="180492"/>
                  </a:cubicBezTo>
                  <a:cubicBezTo>
                    <a:pt x="221539" y="0"/>
                    <a:pt x="221539" y="0"/>
                    <a:pt x="22153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6" name="Kombinationstegning 35">
              <a:extLst>
                <a:ext uri="{FF2B5EF4-FFF2-40B4-BE49-F238E27FC236}">
                  <a16:creationId xmlns:a16="http://schemas.microsoft.com/office/drawing/2014/main" id="{53F8586E-8E9C-23C4-BE74-7F6126E558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791579" y="4257126"/>
              <a:ext cx="1728909" cy="658918"/>
            </a:xfrm>
            <a:custGeom>
              <a:avLst/>
              <a:gdLst>
                <a:gd name="connsiteX0" fmla="*/ 221539 w 1728909"/>
                <a:gd name="connsiteY0" fmla="*/ 0 h 658918"/>
                <a:gd name="connsiteX1" fmla="*/ 1017531 w 1728909"/>
                <a:gd name="connsiteY1" fmla="*/ 374749 h 658918"/>
                <a:gd name="connsiteX2" fmla="*/ 1651358 w 1728909"/>
                <a:gd name="connsiteY2" fmla="*/ 158115 h 658918"/>
                <a:gd name="connsiteX3" fmla="*/ 1728909 w 1728909"/>
                <a:gd name="connsiteY3" fmla="*/ 90599 h 658918"/>
                <a:gd name="connsiteX4" fmla="*/ 1728909 w 1728909"/>
                <a:gd name="connsiteY4" fmla="*/ 447914 h 658918"/>
                <a:gd name="connsiteX5" fmla="*/ 1702923 w 1728909"/>
                <a:gd name="connsiteY5" fmla="*/ 466016 h 658918"/>
                <a:gd name="connsiteX6" fmla="*/ 1017531 w 1728909"/>
                <a:gd name="connsiteY6" fmla="*/ 658918 h 658918"/>
                <a:gd name="connsiteX7" fmla="*/ 0 w 1728909"/>
                <a:gd name="connsiteY7" fmla="*/ 180492 h 658918"/>
                <a:gd name="connsiteX8" fmla="*/ 221539 w 1728909"/>
                <a:gd name="connsiteY8" fmla="*/ 0 h 658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28909" h="658918">
                  <a:moveTo>
                    <a:pt x="221539" y="0"/>
                  </a:moveTo>
                  <a:cubicBezTo>
                    <a:pt x="415386" y="235994"/>
                    <a:pt x="706268" y="374749"/>
                    <a:pt x="1017531" y="374749"/>
                  </a:cubicBezTo>
                  <a:cubicBezTo>
                    <a:pt x="1251144" y="374749"/>
                    <a:pt x="1473168" y="296700"/>
                    <a:pt x="1651358" y="158115"/>
                  </a:cubicBezTo>
                  <a:lnTo>
                    <a:pt x="1728909" y="90599"/>
                  </a:lnTo>
                  <a:lnTo>
                    <a:pt x="1728909" y="447914"/>
                  </a:lnTo>
                  <a:lnTo>
                    <a:pt x="1702923" y="466016"/>
                  </a:lnTo>
                  <a:cubicBezTo>
                    <a:pt x="1499915" y="591275"/>
                    <a:pt x="1264132" y="658918"/>
                    <a:pt x="1017531" y="658918"/>
                  </a:cubicBezTo>
                  <a:cubicBezTo>
                    <a:pt x="623190" y="658918"/>
                    <a:pt x="256100" y="485752"/>
                    <a:pt x="0" y="180492"/>
                  </a:cubicBezTo>
                  <a:cubicBezTo>
                    <a:pt x="221539" y="0"/>
                    <a:pt x="221539" y="0"/>
                    <a:pt x="22153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7" name="Kombinationstegning 36">
              <a:extLst>
                <a:ext uri="{FF2B5EF4-FFF2-40B4-BE49-F238E27FC236}">
                  <a16:creationId xmlns:a16="http://schemas.microsoft.com/office/drawing/2014/main" id="{291783E5-7D12-F444-2997-CC58FED574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135357" y="5575406"/>
              <a:ext cx="385131" cy="495464"/>
            </a:xfrm>
            <a:custGeom>
              <a:avLst/>
              <a:gdLst>
                <a:gd name="connsiteX0" fmla="*/ 221539 w 385131"/>
                <a:gd name="connsiteY0" fmla="*/ 0 h 495464"/>
                <a:gd name="connsiteX1" fmla="*/ 383921 w 385131"/>
                <a:gd name="connsiteY1" fmla="*/ 158115 h 495464"/>
                <a:gd name="connsiteX2" fmla="*/ 385131 w 385131"/>
                <a:gd name="connsiteY2" fmla="*/ 158954 h 495464"/>
                <a:gd name="connsiteX3" fmla="*/ 385131 w 385131"/>
                <a:gd name="connsiteY3" fmla="*/ 495464 h 495464"/>
                <a:gd name="connsiteX4" fmla="*/ 330520 w 385131"/>
                <a:gd name="connsiteY4" fmla="*/ 466016 h 495464"/>
                <a:gd name="connsiteX5" fmla="*/ 0 w 385131"/>
                <a:gd name="connsiteY5" fmla="*/ 180492 h 495464"/>
                <a:gd name="connsiteX6" fmla="*/ 221539 w 385131"/>
                <a:gd name="connsiteY6" fmla="*/ 0 h 49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31" h="495464">
                  <a:moveTo>
                    <a:pt x="221539" y="0"/>
                  </a:moveTo>
                  <a:cubicBezTo>
                    <a:pt x="270001" y="58999"/>
                    <a:pt x="324527" y="111920"/>
                    <a:pt x="383921" y="158115"/>
                  </a:cubicBezTo>
                  <a:lnTo>
                    <a:pt x="385131" y="158954"/>
                  </a:lnTo>
                  <a:lnTo>
                    <a:pt x="385131" y="495464"/>
                  </a:lnTo>
                  <a:lnTo>
                    <a:pt x="330520" y="466016"/>
                  </a:lnTo>
                  <a:cubicBezTo>
                    <a:pt x="207683" y="390862"/>
                    <a:pt x="96037" y="294965"/>
                    <a:pt x="0" y="180492"/>
                  </a:cubicBezTo>
                  <a:cubicBezTo>
                    <a:pt x="221539" y="0"/>
                    <a:pt x="221539" y="0"/>
                    <a:pt x="22153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0" name="Freeform 23">
              <a:extLst>
                <a:ext uri="{FF2B5EF4-FFF2-40B4-BE49-F238E27FC236}">
                  <a16:creationId xmlns:a16="http://schemas.microsoft.com/office/drawing/2014/main" id="{B09C71A6-8FA3-A7C9-83E9-FC95C5A766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447801" y="302283"/>
              <a:ext cx="2028415" cy="659140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399689B3-3239-3E99-FE2C-9FA79905CE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69521" y="2938845"/>
              <a:ext cx="2028415" cy="659140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3" name="Freeform 23">
              <a:extLst>
                <a:ext uri="{FF2B5EF4-FFF2-40B4-BE49-F238E27FC236}">
                  <a16:creationId xmlns:a16="http://schemas.microsoft.com/office/drawing/2014/main" id="{4D0C9390-F82D-6123-E566-FAEFC31D96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60244" y="302282"/>
              <a:ext cx="2028415" cy="659140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</p:grpSp>
      <p:sp>
        <p:nvSpPr>
          <p:cNvPr id="45" name="Kombinationstegning 44">
            <a:extLst>
              <a:ext uri="{FF2B5EF4-FFF2-40B4-BE49-F238E27FC236}">
                <a16:creationId xmlns:a16="http://schemas.microsoft.com/office/drawing/2014/main" id="{A25BE8D6-1267-EEE6-2671-0294462F1A1C}"/>
              </a:ext>
            </a:extLst>
          </p:cNvPr>
          <p:cNvSpPr/>
          <p:nvPr userDrawn="1"/>
        </p:nvSpPr>
        <p:spPr>
          <a:xfrm>
            <a:off x="0" y="0"/>
            <a:ext cx="7886630" cy="6480175"/>
          </a:xfrm>
          <a:custGeom>
            <a:avLst/>
            <a:gdLst>
              <a:gd name="connsiteX0" fmla="*/ 0 w 7886630"/>
              <a:gd name="connsiteY0" fmla="*/ 0 h 6480175"/>
              <a:gd name="connsiteX1" fmla="*/ 7886630 w 7886630"/>
              <a:gd name="connsiteY1" fmla="*/ 0 h 6480175"/>
              <a:gd name="connsiteX2" fmla="*/ 7849204 w 7886630"/>
              <a:gd name="connsiteY2" fmla="*/ 207058 h 6480175"/>
              <a:gd name="connsiteX3" fmla="*/ 7595456 w 7886630"/>
              <a:gd name="connsiteY3" fmla="*/ 3286951 h 6480175"/>
              <a:gd name="connsiteX4" fmla="*/ 7849204 w 7886630"/>
              <a:gd name="connsiteY4" fmla="*/ 6367366 h 6480175"/>
              <a:gd name="connsiteX5" fmla="*/ 7869606 w 7886630"/>
              <a:gd name="connsiteY5" fmla="*/ 6480174 h 6480175"/>
              <a:gd name="connsiteX6" fmla="*/ 7058722 w 7886630"/>
              <a:gd name="connsiteY6" fmla="*/ 6480174 h 6480175"/>
              <a:gd name="connsiteX7" fmla="*/ 7058722 w 7886630"/>
              <a:gd name="connsiteY7" fmla="*/ 6480175 h 6480175"/>
              <a:gd name="connsiteX8" fmla="*/ 0 w 7886630"/>
              <a:gd name="connsiteY8" fmla="*/ 6480175 h 6480175"/>
              <a:gd name="connsiteX9" fmla="*/ 0 w 7886630"/>
              <a:gd name="connsiteY9" fmla="*/ 0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86630" h="6480175">
                <a:moveTo>
                  <a:pt x="0" y="0"/>
                </a:moveTo>
                <a:lnTo>
                  <a:pt x="7886630" y="0"/>
                </a:lnTo>
                <a:lnTo>
                  <a:pt x="7849204" y="207058"/>
                </a:lnTo>
                <a:cubicBezTo>
                  <a:pt x="7681312" y="1214989"/>
                  <a:pt x="7595456" y="2244215"/>
                  <a:pt x="7595456" y="3286951"/>
                </a:cubicBezTo>
                <a:cubicBezTo>
                  <a:pt x="7595456" y="4330273"/>
                  <a:pt x="7681312" y="5359865"/>
                  <a:pt x="7849204" y="6367366"/>
                </a:cubicBezTo>
                <a:lnTo>
                  <a:pt x="7869606" y="6480174"/>
                </a:lnTo>
                <a:lnTo>
                  <a:pt x="7058722" y="6480174"/>
                </a:lnTo>
                <a:lnTo>
                  <a:pt x="7058722" y="6480175"/>
                </a:lnTo>
                <a:lnTo>
                  <a:pt x="0" y="64801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672C84-EFF9-F1BC-C507-BA6504C29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614" y="719772"/>
            <a:ext cx="6120765" cy="87777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lnSpc>
                <a:spcPts val="4400"/>
              </a:lnSpc>
              <a:defRPr/>
            </a:lvl1pPr>
          </a:lstStyle>
          <a:p>
            <a:r>
              <a:rPr lang="da-DK" dirty="0"/>
              <a:t>Indsæt overskrift her</a:t>
            </a:r>
            <a:endParaRPr lang="en-US" dirty="0"/>
          </a:p>
        </p:txBody>
      </p:sp>
      <p:sp>
        <p:nvSpPr>
          <p:cNvPr id="41" name="Pladsholder til tekst 40">
            <a:extLst>
              <a:ext uri="{FF2B5EF4-FFF2-40B4-BE49-F238E27FC236}">
                <a16:creationId xmlns:a16="http://schemas.microsoft.com/office/drawing/2014/main" id="{FE90F7AD-D95F-917F-7AD5-17434EED4E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137" y="2160588"/>
            <a:ext cx="6120765" cy="35988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 b="0" i="0">
                <a:solidFill>
                  <a:schemeClr val="tx1"/>
                </a:solidFill>
                <a:latin typeface="Apercu Pro Light" panose="020B0303050601040103" pitchFamily="34" charset="0"/>
              </a:defRPr>
            </a:lvl1pPr>
            <a:lvl2pPr marL="432008" indent="0">
              <a:buNone/>
              <a:defRPr sz="1600" b="0" i="0">
                <a:solidFill>
                  <a:schemeClr val="tx1"/>
                </a:solidFill>
                <a:latin typeface="Apercu Pro Light" panose="020B0303050601040103" pitchFamily="34" charset="0"/>
              </a:defRPr>
            </a:lvl2pPr>
            <a:lvl3pPr marL="864017" indent="0">
              <a:buNone/>
              <a:defRPr sz="1600" b="0" i="0">
                <a:solidFill>
                  <a:schemeClr val="tx1"/>
                </a:solidFill>
                <a:latin typeface="Apercu Pro Light" panose="020B0303050601040103" pitchFamily="34" charset="0"/>
              </a:defRPr>
            </a:lvl3pPr>
            <a:lvl4pPr marL="1296025" indent="0">
              <a:buNone/>
              <a:defRPr sz="1600" b="0" i="0">
                <a:solidFill>
                  <a:schemeClr val="tx1"/>
                </a:solidFill>
                <a:latin typeface="Apercu Pro Light" panose="020B0303050601040103" pitchFamily="34" charset="0"/>
              </a:defRPr>
            </a:lvl4pPr>
            <a:lvl5pPr marL="1728033" indent="0">
              <a:buNone/>
              <a:defRPr sz="1600" b="0" i="0">
                <a:solidFill>
                  <a:schemeClr val="tx1"/>
                </a:solidFill>
                <a:latin typeface="Apercu Pro Light" panose="020B0303050601040103" pitchFamily="34" charset="0"/>
              </a:defRPr>
            </a:lvl5pPr>
          </a:lstStyle>
          <a:p>
            <a:pPr lvl="0"/>
            <a:r>
              <a:rPr lang="da-DK" dirty="0"/>
              <a:t>Indsæt tekst her…</a:t>
            </a:r>
          </a:p>
        </p:txBody>
      </p:sp>
    </p:spTree>
    <p:extLst>
      <p:ext uri="{BB962C8B-B14F-4D97-AF65-F5344CB8AC3E}">
        <p14:creationId xmlns:p14="http://schemas.microsoft.com/office/powerpoint/2010/main" val="270609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Slide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dsholder til tekst 37">
            <a:extLst>
              <a:ext uri="{FF2B5EF4-FFF2-40B4-BE49-F238E27FC236}">
                <a16:creationId xmlns:a16="http://schemas.microsoft.com/office/drawing/2014/main" id="{4529B327-3FF8-A643-0BC2-864F404DA3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4340" y="1799907"/>
            <a:ext cx="5827984" cy="2520315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1152053" rtl="0" eaLnBrk="1" latinLnBrk="0" hangingPunct="1">
              <a:lnSpc>
                <a:spcPts val="3600"/>
              </a:lnSpc>
              <a:spcBef>
                <a:spcPts val="0"/>
              </a:spcBef>
              <a:buFont typeface="Arial" panose="020B0604020202020204" pitchFamily="34" charset="0"/>
              <a:buNone/>
              <a:defRPr lang="da-DK" sz="3000" b="1" i="0" kern="1200" dirty="0" smtClean="0">
                <a:solidFill>
                  <a:schemeClr val="tx1"/>
                </a:solidFill>
                <a:latin typeface="Apercu Pro" panose="020B0503050601040103" pitchFamily="34" charset="0"/>
                <a:ea typeface="+mn-ea"/>
                <a:cs typeface="+mn-cs"/>
              </a:defRPr>
            </a:lvl1pPr>
            <a:lvl2pPr marL="576026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2pPr>
            <a:lvl3pPr marL="1152053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3pPr>
            <a:lvl4pPr marL="1728079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4pPr>
            <a:lvl5pPr marL="2304105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5pPr>
          </a:lstStyle>
          <a:p>
            <a:r>
              <a:rPr lang="da-DK" dirty="0" err="1">
                <a:effectLst/>
                <a:latin typeface="Helvetica" pitchFamily="2" charset="0"/>
              </a:rPr>
              <a:t>Epe</a:t>
            </a:r>
            <a:r>
              <a:rPr lang="da-DK" dirty="0">
                <a:effectLst/>
                <a:latin typeface="Helvetica" pitchFamily="2" charset="0"/>
              </a:rPr>
              <a:t> pore </a:t>
            </a:r>
            <a:r>
              <a:rPr lang="da-DK" dirty="0" err="1">
                <a:effectLst/>
                <a:latin typeface="Helvetica" pitchFamily="2" charset="0"/>
              </a:rPr>
              <a:t>nonecum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untet</a:t>
            </a:r>
            <a:r>
              <a:rPr lang="da-DK" dirty="0">
                <a:effectLst/>
                <a:latin typeface="Helvetica" pitchFamily="2" charset="0"/>
              </a:rPr>
              <a:t>, </a:t>
            </a:r>
            <a:r>
              <a:rPr lang="da-DK" dirty="0" err="1">
                <a:effectLst/>
                <a:latin typeface="Helvetica" pitchFamily="2" charset="0"/>
              </a:rPr>
              <a:t>quia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dolupta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volest</a:t>
            </a:r>
            <a:r>
              <a:rPr lang="da-DK" dirty="0">
                <a:effectLst/>
                <a:latin typeface="Helvetica" pitchFamily="2" charset="0"/>
              </a:rPr>
              <a:t> ene </a:t>
            </a:r>
            <a:r>
              <a:rPr lang="da-DK" dirty="0" err="1">
                <a:effectLst/>
                <a:latin typeface="Helvetica" pitchFamily="2" charset="0"/>
              </a:rPr>
              <a:t>sincimpos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aut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omnisci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psamenimilit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que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sullabo</a:t>
            </a:r>
            <a:r>
              <a:rPr lang="da-DK" dirty="0">
                <a:effectLst/>
                <a:latin typeface="Helvetica" pitchFamily="2" charset="0"/>
              </a:rPr>
              <a:t>. </a:t>
            </a:r>
            <a:r>
              <a:rPr lang="da-DK" dirty="0" err="1">
                <a:effectLst/>
                <a:latin typeface="Helvetica" pitchFamily="2" charset="0"/>
              </a:rPr>
              <a:t>Udis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reprect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ateste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commodi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testium</a:t>
            </a:r>
            <a:r>
              <a:rPr lang="da-DK" dirty="0">
                <a:effectLst/>
                <a:latin typeface="Helvetica" pitchFamily="2" charset="0"/>
              </a:rPr>
              <a:t> lam </a:t>
            </a:r>
            <a:r>
              <a:rPr lang="da-DK" dirty="0" err="1">
                <a:effectLst/>
                <a:latin typeface="Helvetica" pitchFamily="2" charset="0"/>
              </a:rPr>
              <a:t>quam</a:t>
            </a:r>
            <a:endParaRPr lang="da-DK" dirty="0">
              <a:effectLst/>
              <a:latin typeface="Helvetica" pitchFamily="2" charset="0"/>
            </a:endParaRPr>
          </a:p>
        </p:txBody>
      </p:sp>
      <p:sp>
        <p:nvSpPr>
          <p:cNvPr id="29" name="Kombinationstegning 28">
            <a:extLst>
              <a:ext uri="{FF2B5EF4-FFF2-40B4-BE49-F238E27FC236}">
                <a16:creationId xmlns:a16="http://schemas.microsoft.com/office/drawing/2014/main" id="{684BFC57-BCE9-34D4-C35B-1857A2E3DFCF}"/>
              </a:ext>
            </a:extLst>
          </p:cNvPr>
          <p:cNvSpPr/>
          <p:nvPr userDrawn="1"/>
        </p:nvSpPr>
        <p:spPr>
          <a:xfrm>
            <a:off x="2160000" y="1799907"/>
            <a:ext cx="587170" cy="949960"/>
          </a:xfrm>
          <a:custGeom>
            <a:avLst/>
            <a:gdLst>
              <a:gd name="connsiteX0" fmla="*/ 587170 w 587170"/>
              <a:gd name="connsiteY0" fmla="*/ 174888 h 949960"/>
              <a:gd name="connsiteX1" fmla="*/ 412283 w 587170"/>
              <a:gd name="connsiteY1" fmla="*/ 0 h 949960"/>
              <a:gd name="connsiteX2" fmla="*/ 174888 w 587170"/>
              <a:gd name="connsiteY2" fmla="*/ 0 h 949960"/>
              <a:gd name="connsiteX3" fmla="*/ 0 w 587170"/>
              <a:gd name="connsiteY3" fmla="*/ 174888 h 949960"/>
              <a:gd name="connsiteX4" fmla="*/ 0 w 587170"/>
              <a:gd name="connsiteY4" fmla="*/ 412283 h 949960"/>
              <a:gd name="connsiteX5" fmla="*/ 174888 w 587170"/>
              <a:gd name="connsiteY5" fmla="*/ 587170 h 949960"/>
              <a:gd name="connsiteX6" fmla="*/ 402498 w 587170"/>
              <a:gd name="connsiteY6" fmla="*/ 587170 h 949960"/>
              <a:gd name="connsiteX7" fmla="*/ 402498 w 587170"/>
              <a:gd name="connsiteY7" fmla="*/ 656422 h 949960"/>
              <a:gd name="connsiteX8" fmla="*/ 293063 w 587170"/>
              <a:gd name="connsiteY8" fmla="*/ 765858 h 949960"/>
              <a:gd name="connsiteX9" fmla="*/ 293063 w 587170"/>
              <a:gd name="connsiteY9" fmla="*/ 949960 h 949960"/>
              <a:gd name="connsiteX10" fmla="*/ 586600 w 587170"/>
              <a:gd name="connsiteY10" fmla="*/ 656422 h 949960"/>
              <a:gd name="connsiteX11" fmla="*/ 586600 w 587170"/>
              <a:gd name="connsiteY11" fmla="*/ 424157 h 949960"/>
              <a:gd name="connsiteX12" fmla="*/ 587075 w 587170"/>
              <a:gd name="connsiteY12" fmla="*/ 412188 h 949960"/>
              <a:gd name="connsiteX13" fmla="*/ 587075 w 587170"/>
              <a:gd name="connsiteY13" fmla="*/ 174793 h 949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7170" h="949960">
                <a:moveTo>
                  <a:pt x="587170" y="174888"/>
                </a:moveTo>
                <a:cubicBezTo>
                  <a:pt x="587170" y="78277"/>
                  <a:pt x="508894" y="0"/>
                  <a:pt x="412283" y="0"/>
                </a:cubicBezTo>
                <a:lnTo>
                  <a:pt x="174888" y="0"/>
                </a:lnTo>
                <a:cubicBezTo>
                  <a:pt x="78277" y="0"/>
                  <a:pt x="0" y="78277"/>
                  <a:pt x="0" y="174888"/>
                </a:cubicBezTo>
                <a:lnTo>
                  <a:pt x="0" y="412283"/>
                </a:lnTo>
                <a:cubicBezTo>
                  <a:pt x="0" y="508894"/>
                  <a:pt x="78277" y="587170"/>
                  <a:pt x="174888" y="587170"/>
                </a:cubicBezTo>
                <a:lnTo>
                  <a:pt x="402498" y="587170"/>
                </a:lnTo>
                <a:lnTo>
                  <a:pt x="402498" y="656422"/>
                </a:lnTo>
                <a:cubicBezTo>
                  <a:pt x="402498" y="716745"/>
                  <a:pt x="353385" y="765858"/>
                  <a:pt x="293063" y="765858"/>
                </a:cubicBezTo>
                <a:lnTo>
                  <a:pt x="293063" y="949960"/>
                </a:lnTo>
                <a:cubicBezTo>
                  <a:pt x="454936" y="949960"/>
                  <a:pt x="586600" y="818296"/>
                  <a:pt x="586600" y="656422"/>
                </a:cubicBezTo>
                <a:lnTo>
                  <a:pt x="586600" y="424157"/>
                </a:lnTo>
                <a:cubicBezTo>
                  <a:pt x="586885" y="420167"/>
                  <a:pt x="587075" y="416272"/>
                  <a:pt x="587075" y="412188"/>
                </a:cubicBezTo>
                <a:lnTo>
                  <a:pt x="587075" y="174793"/>
                </a:lnTo>
                <a:close/>
              </a:path>
            </a:pathLst>
          </a:custGeom>
          <a:solidFill>
            <a:schemeClr val="tx1"/>
          </a:solidFill>
          <a:ln w="9487" cap="flat">
            <a:noFill/>
            <a:prstDash val="solid"/>
            <a:miter/>
          </a:ln>
        </p:spPr>
        <p:txBody>
          <a:bodyPr rtlCol="0" anchor="ctr"/>
          <a:lstStyle/>
          <a:p>
            <a:endParaRPr lang="da-DK"/>
          </a:p>
        </p:txBody>
      </p:sp>
      <p:sp>
        <p:nvSpPr>
          <p:cNvPr id="30" name="Kombinationstegning 29">
            <a:extLst>
              <a:ext uri="{FF2B5EF4-FFF2-40B4-BE49-F238E27FC236}">
                <a16:creationId xmlns:a16="http://schemas.microsoft.com/office/drawing/2014/main" id="{B9E0D4AA-C2A2-42B0-CCDD-B63835208231}"/>
              </a:ext>
            </a:extLst>
          </p:cNvPr>
          <p:cNvSpPr/>
          <p:nvPr userDrawn="1"/>
        </p:nvSpPr>
        <p:spPr>
          <a:xfrm>
            <a:off x="2482891" y="1799907"/>
            <a:ext cx="587170" cy="949960"/>
          </a:xfrm>
          <a:custGeom>
            <a:avLst/>
            <a:gdLst>
              <a:gd name="connsiteX0" fmla="*/ 587170 w 587170"/>
              <a:gd name="connsiteY0" fmla="*/ 174888 h 949960"/>
              <a:gd name="connsiteX1" fmla="*/ 412283 w 587170"/>
              <a:gd name="connsiteY1" fmla="*/ 0 h 949960"/>
              <a:gd name="connsiteX2" fmla="*/ 174888 w 587170"/>
              <a:gd name="connsiteY2" fmla="*/ 0 h 949960"/>
              <a:gd name="connsiteX3" fmla="*/ 0 w 587170"/>
              <a:gd name="connsiteY3" fmla="*/ 174888 h 949960"/>
              <a:gd name="connsiteX4" fmla="*/ 0 w 587170"/>
              <a:gd name="connsiteY4" fmla="*/ 412283 h 949960"/>
              <a:gd name="connsiteX5" fmla="*/ 174888 w 587170"/>
              <a:gd name="connsiteY5" fmla="*/ 587170 h 949960"/>
              <a:gd name="connsiteX6" fmla="*/ 402498 w 587170"/>
              <a:gd name="connsiteY6" fmla="*/ 587170 h 949960"/>
              <a:gd name="connsiteX7" fmla="*/ 402498 w 587170"/>
              <a:gd name="connsiteY7" fmla="*/ 656422 h 949960"/>
              <a:gd name="connsiteX8" fmla="*/ 293063 w 587170"/>
              <a:gd name="connsiteY8" fmla="*/ 765858 h 949960"/>
              <a:gd name="connsiteX9" fmla="*/ 293063 w 587170"/>
              <a:gd name="connsiteY9" fmla="*/ 949960 h 949960"/>
              <a:gd name="connsiteX10" fmla="*/ 586600 w 587170"/>
              <a:gd name="connsiteY10" fmla="*/ 656422 h 949960"/>
              <a:gd name="connsiteX11" fmla="*/ 586600 w 587170"/>
              <a:gd name="connsiteY11" fmla="*/ 424157 h 949960"/>
              <a:gd name="connsiteX12" fmla="*/ 587075 w 587170"/>
              <a:gd name="connsiteY12" fmla="*/ 412188 h 949960"/>
              <a:gd name="connsiteX13" fmla="*/ 587075 w 587170"/>
              <a:gd name="connsiteY13" fmla="*/ 174793 h 949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7170" h="949960">
                <a:moveTo>
                  <a:pt x="587170" y="174888"/>
                </a:moveTo>
                <a:cubicBezTo>
                  <a:pt x="587170" y="78277"/>
                  <a:pt x="508894" y="0"/>
                  <a:pt x="412283" y="0"/>
                </a:cubicBezTo>
                <a:lnTo>
                  <a:pt x="174888" y="0"/>
                </a:lnTo>
                <a:cubicBezTo>
                  <a:pt x="78277" y="0"/>
                  <a:pt x="0" y="78277"/>
                  <a:pt x="0" y="174888"/>
                </a:cubicBezTo>
                <a:lnTo>
                  <a:pt x="0" y="412283"/>
                </a:lnTo>
                <a:cubicBezTo>
                  <a:pt x="0" y="508894"/>
                  <a:pt x="78277" y="587170"/>
                  <a:pt x="174888" y="587170"/>
                </a:cubicBezTo>
                <a:lnTo>
                  <a:pt x="402498" y="587170"/>
                </a:lnTo>
                <a:lnTo>
                  <a:pt x="402498" y="656422"/>
                </a:lnTo>
                <a:cubicBezTo>
                  <a:pt x="402498" y="716745"/>
                  <a:pt x="353385" y="765858"/>
                  <a:pt x="293063" y="765858"/>
                </a:cubicBezTo>
                <a:lnTo>
                  <a:pt x="293063" y="949960"/>
                </a:lnTo>
                <a:cubicBezTo>
                  <a:pt x="454936" y="949960"/>
                  <a:pt x="586600" y="818296"/>
                  <a:pt x="586600" y="656422"/>
                </a:cubicBezTo>
                <a:lnTo>
                  <a:pt x="586600" y="424157"/>
                </a:lnTo>
                <a:cubicBezTo>
                  <a:pt x="586885" y="420167"/>
                  <a:pt x="587075" y="416272"/>
                  <a:pt x="587075" y="412188"/>
                </a:cubicBezTo>
                <a:lnTo>
                  <a:pt x="587075" y="174793"/>
                </a:lnTo>
                <a:close/>
              </a:path>
            </a:pathLst>
          </a:custGeom>
          <a:solidFill>
            <a:schemeClr val="bg2"/>
          </a:solidFill>
          <a:ln w="9487" cap="flat">
            <a:noFill/>
            <a:prstDash val="solid"/>
            <a:miter/>
          </a:ln>
        </p:spPr>
        <p:txBody>
          <a:bodyPr rtlCol="0" anchor="ctr"/>
          <a:lstStyle/>
          <a:p>
            <a:endParaRPr lang="da-DK"/>
          </a:p>
        </p:txBody>
      </p:sp>
      <p:sp>
        <p:nvSpPr>
          <p:cNvPr id="31" name="Pladsholder til tekst 37">
            <a:extLst>
              <a:ext uri="{FF2B5EF4-FFF2-40B4-BE49-F238E27FC236}">
                <a16:creationId xmlns:a16="http://schemas.microsoft.com/office/drawing/2014/main" id="{D0679A9C-B816-490B-9D5B-905627FE38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99974" y="4320222"/>
            <a:ext cx="5832350" cy="360045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 defTabSz="1152053" rtl="0" eaLnBrk="1" latinLnBrk="0" hangingPunct="1">
              <a:lnSpc>
                <a:spcPts val="4800"/>
              </a:lnSpc>
              <a:spcBef>
                <a:spcPts val="0"/>
              </a:spcBef>
              <a:buFont typeface="Arial" panose="020B0604020202020204" pitchFamily="34" charset="0"/>
              <a:buNone/>
              <a:defRPr lang="da-DK" sz="1400" b="0" i="0" kern="1200" dirty="0" smtClean="0">
                <a:solidFill>
                  <a:schemeClr val="tx1"/>
                </a:solidFill>
                <a:latin typeface="Apercu Pro" panose="020B0503050601040103" pitchFamily="34" charset="0"/>
                <a:ea typeface="+mn-ea"/>
                <a:cs typeface="+mn-cs"/>
              </a:defRPr>
            </a:lvl1pPr>
            <a:lvl2pPr marL="576026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2pPr>
            <a:lvl3pPr marL="1152053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3pPr>
            <a:lvl4pPr marL="1728079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4pPr>
            <a:lvl5pPr marL="2304105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da-DK" dirty="0"/>
              <a:t>Mathias André Smidt, Creative Manager</a:t>
            </a:r>
          </a:p>
        </p:txBody>
      </p:sp>
    </p:spTree>
    <p:extLst>
      <p:ext uri="{BB962C8B-B14F-4D97-AF65-F5344CB8AC3E}">
        <p14:creationId xmlns:p14="http://schemas.microsoft.com/office/powerpoint/2010/main" val="240418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at Slide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6A23D688-A7EF-2FC9-5A4B-1A37E02B352F}"/>
              </a:ext>
            </a:extLst>
          </p:cNvPr>
          <p:cNvSpPr/>
          <p:nvPr userDrawn="1"/>
        </p:nvSpPr>
        <p:spPr>
          <a:xfrm>
            <a:off x="0" y="0"/>
            <a:ext cx="11520488" cy="64804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37">
            <a:extLst>
              <a:ext uri="{FF2B5EF4-FFF2-40B4-BE49-F238E27FC236}">
                <a16:creationId xmlns:a16="http://schemas.microsoft.com/office/drawing/2014/main" id="{4529B327-3FF8-A643-0BC2-864F404DA3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4340" y="1799907"/>
            <a:ext cx="5827984" cy="2520315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1152053" rtl="0" eaLnBrk="1" latinLnBrk="0" hangingPunct="1">
              <a:lnSpc>
                <a:spcPts val="3600"/>
              </a:lnSpc>
              <a:spcBef>
                <a:spcPts val="0"/>
              </a:spcBef>
              <a:buFont typeface="Arial" panose="020B0604020202020204" pitchFamily="34" charset="0"/>
              <a:buNone/>
              <a:defRPr lang="da-DK" sz="3000" b="1" i="0" kern="1200" dirty="0" smtClean="0">
                <a:solidFill>
                  <a:schemeClr val="bg1"/>
                </a:solidFill>
                <a:latin typeface="Apercu Pro" panose="020B0503050601040103" pitchFamily="34" charset="0"/>
                <a:ea typeface="+mn-ea"/>
                <a:cs typeface="+mn-cs"/>
              </a:defRPr>
            </a:lvl1pPr>
            <a:lvl2pPr marL="576026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2pPr>
            <a:lvl3pPr marL="1152053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3pPr>
            <a:lvl4pPr marL="1728079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4pPr>
            <a:lvl5pPr marL="2304105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5pPr>
          </a:lstStyle>
          <a:p>
            <a:r>
              <a:rPr lang="da-DK" dirty="0" err="1">
                <a:effectLst/>
                <a:latin typeface="Helvetica" pitchFamily="2" charset="0"/>
              </a:rPr>
              <a:t>Epe</a:t>
            </a:r>
            <a:r>
              <a:rPr lang="da-DK" dirty="0">
                <a:effectLst/>
                <a:latin typeface="Helvetica" pitchFamily="2" charset="0"/>
              </a:rPr>
              <a:t> pore </a:t>
            </a:r>
            <a:r>
              <a:rPr lang="da-DK" dirty="0" err="1">
                <a:effectLst/>
                <a:latin typeface="Helvetica" pitchFamily="2" charset="0"/>
              </a:rPr>
              <a:t>nonecum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untet</a:t>
            </a:r>
            <a:r>
              <a:rPr lang="da-DK" dirty="0">
                <a:effectLst/>
                <a:latin typeface="Helvetica" pitchFamily="2" charset="0"/>
              </a:rPr>
              <a:t>, </a:t>
            </a:r>
            <a:r>
              <a:rPr lang="da-DK" dirty="0" err="1">
                <a:effectLst/>
                <a:latin typeface="Helvetica" pitchFamily="2" charset="0"/>
              </a:rPr>
              <a:t>quia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dolupta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volest</a:t>
            </a:r>
            <a:r>
              <a:rPr lang="da-DK" dirty="0">
                <a:effectLst/>
                <a:latin typeface="Helvetica" pitchFamily="2" charset="0"/>
              </a:rPr>
              <a:t> ene </a:t>
            </a:r>
            <a:r>
              <a:rPr lang="da-DK" dirty="0" err="1">
                <a:effectLst/>
                <a:latin typeface="Helvetica" pitchFamily="2" charset="0"/>
              </a:rPr>
              <a:t>sincimpos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aut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omnisci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psamenimilit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que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sullabo</a:t>
            </a:r>
            <a:r>
              <a:rPr lang="da-DK" dirty="0">
                <a:effectLst/>
                <a:latin typeface="Helvetica" pitchFamily="2" charset="0"/>
              </a:rPr>
              <a:t>. </a:t>
            </a:r>
            <a:r>
              <a:rPr lang="da-DK" dirty="0" err="1">
                <a:effectLst/>
                <a:latin typeface="Helvetica" pitchFamily="2" charset="0"/>
              </a:rPr>
              <a:t>Udis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reprect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ateste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commodi</a:t>
            </a:r>
            <a:r>
              <a:rPr lang="da-DK" dirty="0">
                <a:effectLst/>
                <a:latin typeface="Helvetica" pitchFamily="2" charset="0"/>
              </a:rPr>
              <a:t> </a:t>
            </a:r>
            <a:r>
              <a:rPr lang="da-DK" dirty="0" err="1">
                <a:effectLst/>
                <a:latin typeface="Helvetica" pitchFamily="2" charset="0"/>
              </a:rPr>
              <a:t>testium</a:t>
            </a:r>
            <a:r>
              <a:rPr lang="da-DK" dirty="0">
                <a:effectLst/>
                <a:latin typeface="Helvetica" pitchFamily="2" charset="0"/>
              </a:rPr>
              <a:t> lam </a:t>
            </a:r>
            <a:r>
              <a:rPr lang="da-DK" dirty="0" err="1">
                <a:effectLst/>
                <a:latin typeface="Helvetica" pitchFamily="2" charset="0"/>
              </a:rPr>
              <a:t>quam</a:t>
            </a:r>
            <a:endParaRPr lang="da-DK" dirty="0">
              <a:effectLst/>
              <a:latin typeface="Helvetica" pitchFamily="2" charset="0"/>
            </a:endParaRPr>
          </a:p>
        </p:txBody>
      </p:sp>
      <p:sp>
        <p:nvSpPr>
          <p:cNvPr id="29" name="Kombinationstegning 28">
            <a:extLst>
              <a:ext uri="{FF2B5EF4-FFF2-40B4-BE49-F238E27FC236}">
                <a16:creationId xmlns:a16="http://schemas.microsoft.com/office/drawing/2014/main" id="{684BFC57-BCE9-34D4-C35B-1857A2E3DFCF}"/>
              </a:ext>
            </a:extLst>
          </p:cNvPr>
          <p:cNvSpPr/>
          <p:nvPr userDrawn="1"/>
        </p:nvSpPr>
        <p:spPr>
          <a:xfrm>
            <a:off x="2160000" y="1799907"/>
            <a:ext cx="587170" cy="949960"/>
          </a:xfrm>
          <a:custGeom>
            <a:avLst/>
            <a:gdLst>
              <a:gd name="connsiteX0" fmla="*/ 587170 w 587170"/>
              <a:gd name="connsiteY0" fmla="*/ 174888 h 949960"/>
              <a:gd name="connsiteX1" fmla="*/ 412283 w 587170"/>
              <a:gd name="connsiteY1" fmla="*/ 0 h 949960"/>
              <a:gd name="connsiteX2" fmla="*/ 174888 w 587170"/>
              <a:gd name="connsiteY2" fmla="*/ 0 h 949960"/>
              <a:gd name="connsiteX3" fmla="*/ 0 w 587170"/>
              <a:gd name="connsiteY3" fmla="*/ 174888 h 949960"/>
              <a:gd name="connsiteX4" fmla="*/ 0 w 587170"/>
              <a:gd name="connsiteY4" fmla="*/ 412283 h 949960"/>
              <a:gd name="connsiteX5" fmla="*/ 174888 w 587170"/>
              <a:gd name="connsiteY5" fmla="*/ 587170 h 949960"/>
              <a:gd name="connsiteX6" fmla="*/ 402498 w 587170"/>
              <a:gd name="connsiteY6" fmla="*/ 587170 h 949960"/>
              <a:gd name="connsiteX7" fmla="*/ 402498 w 587170"/>
              <a:gd name="connsiteY7" fmla="*/ 656422 h 949960"/>
              <a:gd name="connsiteX8" fmla="*/ 293063 w 587170"/>
              <a:gd name="connsiteY8" fmla="*/ 765858 h 949960"/>
              <a:gd name="connsiteX9" fmla="*/ 293063 w 587170"/>
              <a:gd name="connsiteY9" fmla="*/ 949960 h 949960"/>
              <a:gd name="connsiteX10" fmla="*/ 586600 w 587170"/>
              <a:gd name="connsiteY10" fmla="*/ 656422 h 949960"/>
              <a:gd name="connsiteX11" fmla="*/ 586600 w 587170"/>
              <a:gd name="connsiteY11" fmla="*/ 424157 h 949960"/>
              <a:gd name="connsiteX12" fmla="*/ 587075 w 587170"/>
              <a:gd name="connsiteY12" fmla="*/ 412188 h 949960"/>
              <a:gd name="connsiteX13" fmla="*/ 587075 w 587170"/>
              <a:gd name="connsiteY13" fmla="*/ 174793 h 949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7170" h="949960">
                <a:moveTo>
                  <a:pt x="587170" y="174888"/>
                </a:moveTo>
                <a:cubicBezTo>
                  <a:pt x="587170" y="78277"/>
                  <a:pt x="508894" y="0"/>
                  <a:pt x="412283" y="0"/>
                </a:cubicBezTo>
                <a:lnTo>
                  <a:pt x="174888" y="0"/>
                </a:lnTo>
                <a:cubicBezTo>
                  <a:pt x="78277" y="0"/>
                  <a:pt x="0" y="78277"/>
                  <a:pt x="0" y="174888"/>
                </a:cubicBezTo>
                <a:lnTo>
                  <a:pt x="0" y="412283"/>
                </a:lnTo>
                <a:cubicBezTo>
                  <a:pt x="0" y="508894"/>
                  <a:pt x="78277" y="587170"/>
                  <a:pt x="174888" y="587170"/>
                </a:cubicBezTo>
                <a:lnTo>
                  <a:pt x="402498" y="587170"/>
                </a:lnTo>
                <a:lnTo>
                  <a:pt x="402498" y="656422"/>
                </a:lnTo>
                <a:cubicBezTo>
                  <a:pt x="402498" y="716745"/>
                  <a:pt x="353385" y="765858"/>
                  <a:pt x="293063" y="765858"/>
                </a:cubicBezTo>
                <a:lnTo>
                  <a:pt x="293063" y="949960"/>
                </a:lnTo>
                <a:cubicBezTo>
                  <a:pt x="454936" y="949960"/>
                  <a:pt x="586600" y="818296"/>
                  <a:pt x="586600" y="656422"/>
                </a:cubicBezTo>
                <a:lnTo>
                  <a:pt x="586600" y="424157"/>
                </a:lnTo>
                <a:cubicBezTo>
                  <a:pt x="586885" y="420167"/>
                  <a:pt x="587075" y="416272"/>
                  <a:pt x="587075" y="412188"/>
                </a:cubicBezTo>
                <a:lnTo>
                  <a:pt x="587075" y="174793"/>
                </a:lnTo>
                <a:close/>
              </a:path>
            </a:pathLst>
          </a:custGeom>
          <a:solidFill>
            <a:schemeClr val="accent1"/>
          </a:solidFill>
          <a:ln w="9487" cap="flat">
            <a:noFill/>
            <a:prstDash val="solid"/>
            <a:miter/>
          </a:ln>
        </p:spPr>
        <p:txBody>
          <a:bodyPr rtlCol="0" anchor="ctr"/>
          <a:lstStyle/>
          <a:p>
            <a:endParaRPr lang="da-DK"/>
          </a:p>
        </p:txBody>
      </p:sp>
      <p:sp>
        <p:nvSpPr>
          <p:cNvPr id="30" name="Kombinationstegning 29">
            <a:extLst>
              <a:ext uri="{FF2B5EF4-FFF2-40B4-BE49-F238E27FC236}">
                <a16:creationId xmlns:a16="http://schemas.microsoft.com/office/drawing/2014/main" id="{B9E0D4AA-C2A2-42B0-CCDD-B63835208231}"/>
              </a:ext>
            </a:extLst>
          </p:cNvPr>
          <p:cNvSpPr/>
          <p:nvPr userDrawn="1"/>
        </p:nvSpPr>
        <p:spPr>
          <a:xfrm>
            <a:off x="2482891" y="1799907"/>
            <a:ext cx="587170" cy="949960"/>
          </a:xfrm>
          <a:custGeom>
            <a:avLst/>
            <a:gdLst>
              <a:gd name="connsiteX0" fmla="*/ 587170 w 587170"/>
              <a:gd name="connsiteY0" fmla="*/ 174888 h 949960"/>
              <a:gd name="connsiteX1" fmla="*/ 412283 w 587170"/>
              <a:gd name="connsiteY1" fmla="*/ 0 h 949960"/>
              <a:gd name="connsiteX2" fmla="*/ 174888 w 587170"/>
              <a:gd name="connsiteY2" fmla="*/ 0 h 949960"/>
              <a:gd name="connsiteX3" fmla="*/ 0 w 587170"/>
              <a:gd name="connsiteY3" fmla="*/ 174888 h 949960"/>
              <a:gd name="connsiteX4" fmla="*/ 0 w 587170"/>
              <a:gd name="connsiteY4" fmla="*/ 412283 h 949960"/>
              <a:gd name="connsiteX5" fmla="*/ 174888 w 587170"/>
              <a:gd name="connsiteY5" fmla="*/ 587170 h 949960"/>
              <a:gd name="connsiteX6" fmla="*/ 402498 w 587170"/>
              <a:gd name="connsiteY6" fmla="*/ 587170 h 949960"/>
              <a:gd name="connsiteX7" fmla="*/ 402498 w 587170"/>
              <a:gd name="connsiteY7" fmla="*/ 656422 h 949960"/>
              <a:gd name="connsiteX8" fmla="*/ 293063 w 587170"/>
              <a:gd name="connsiteY8" fmla="*/ 765858 h 949960"/>
              <a:gd name="connsiteX9" fmla="*/ 293063 w 587170"/>
              <a:gd name="connsiteY9" fmla="*/ 949960 h 949960"/>
              <a:gd name="connsiteX10" fmla="*/ 586600 w 587170"/>
              <a:gd name="connsiteY10" fmla="*/ 656422 h 949960"/>
              <a:gd name="connsiteX11" fmla="*/ 586600 w 587170"/>
              <a:gd name="connsiteY11" fmla="*/ 424157 h 949960"/>
              <a:gd name="connsiteX12" fmla="*/ 587075 w 587170"/>
              <a:gd name="connsiteY12" fmla="*/ 412188 h 949960"/>
              <a:gd name="connsiteX13" fmla="*/ 587075 w 587170"/>
              <a:gd name="connsiteY13" fmla="*/ 174793 h 949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7170" h="949960">
                <a:moveTo>
                  <a:pt x="587170" y="174888"/>
                </a:moveTo>
                <a:cubicBezTo>
                  <a:pt x="587170" y="78277"/>
                  <a:pt x="508894" y="0"/>
                  <a:pt x="412283" y="0"/>
                </a:cubicBezTo>
                <a:lnTo>
                  <a:pt x="174888" y="0"/>
                </a:lnTo>
                <a:cubicBezTo>
                  <a:pt x="78277" y="0"/>
                  <a:pt x="0" y="78277"/>
                  <a:pt x="0" y="174888"/>
                </a:cubicBezTo>
                <a:lnTo>
                  <a:pt x="0" y="412283"/>
                </a:lnTo>
                <a:cubicBezTo>
                  <a:pt x="0" y="508894"/>
                  <a:pt x="78277" y="587170"/>
                  <a:pt x="174888" y="587170"/>
                </a:cubicBezTo>
                <a:lnTo>
                  <a:pt x="402498" y="587170"/>
                </a:lnTo>
                <a:lnTo>
                  <a:pt x="402498" y="656422"/>
                </a:lnTo>
                <a:cubicBezTo>
                  <a:pt x="402498" y="716745"/>
                  <a:pt x="353385" y="765858"/>
                  <a:pt x="293063" y="765858"/>
                </a:cubicBezTo>
                <a:lnTo>
                  <a:pt x="293063" y="949960"/>
                </a:lnTo>
                <a:cubicBezTo>
                  <a:pt x="454936" y="949960"/>
                  <a:pt x="586600" y="818296"/>
                  <a:pt x="586600" y="656422"/>
                </a:cubicBezTo>
                <a:lnTo>
                  <a:pt x="586600" y="424157"/>
                </a:lnTo>
                <a:cubicBezTo>
                  <a:pt x="586885" y="420167"/>
                  <a:pt x="587075" y="416272"/>
                  <a:pt x="587075" y="412188"/>
                </a:cubicBezTo>
                <a:lnTo>
                  <a:pt x="587075" y="174793"/>
                </a:lnTo>
                <a:close/>
              </a:path>
            </a:pathLst>
          </a:custGeom>
          <a:solidFill>
            <a:schemeClr val="bg2"/>
          </a:solidFill>
          <a:ln w="9487" cap="flat">
            <a:noFill/>
            <a:prstDash val="solid"/>
            <a:miter/>
          </a:ln>
        </p:spPr>
        <p:txBody>
          <a:bodyPr rtlCol="0" anchor="ctr"/>
          <a:lstStyle/>
          <a:p>
            <a:endParaRPr lang="da-DK"/>
          </a:p>
        </p:txBody>
      </p:sp>
      <p:sp>
        <p:nvSpPr>
          <p:cNvPr id="31" name="Pladsholder til tekst 37">
            <a:extLst>
              <a:ext uri="{FF2B5EF4-FFF2-40B4-BE49-F238E27FC236}">
                <a16:creationId xmlns:a16="http://schemas.microsoft.com/office/drawing/2014/main" id="{D0679A9C-B816-490B-9D5B-905627FE38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99974" y="4320222"/>
            <a:ext cx="5832350" cy="360045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r" defTabSz="1152053" rtl="0" eaLnBrk="1" latinLnBrk="0" hangingPunct="1">
              <a:lnSpc>
                <a:spcPts val="4800"/>
              </a:lnSpc>
              <a:spcBef>
                <a:spcPts val="0"/>
              </a:spcBef>
              <a:buFont typeface="Arial" panose="020B0604020202020204" pitchFamily="34" charset="0"/>
              <a:buNone/>
              <a:defRPr lang="da-DK" sz="1400" b="0" i="0" kern="1200" dirty="0" smtClean="0">
                <a:solidFill>
                  <a:schemeClr val="bg1"/>
                </a:solidFill>
                <a:latin typeface="Apercu Pro" panose="020B0503050601040103" pitchFamily="34" charset="0"/>
                <a:ea typeface="+mn-ea"/>
                <a:cs typeface="+mn-cs"/>
              </a:defRPr>
            </a:lvl1pPr>
            <a:lvl2pPr marL="576026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2pPr>
            <a:lvl3pPr marL="1152053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3pPr>
            <a:lvl4pPr marL="1728079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 smtClean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4pPr>
            <a:lvl5pPr marL="2304105" indent="0" algn="l" defTabSz="1152053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000" b="1" i="0" kern="1200" dirty="0">
                <a:solidFill>
                  <a:schemeClr val="tx1"/>
                </a:solidFill>
                <a:latin typeface="Apercu Pro Black" panose="020B0A030506010401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da-DK" dirty="0"/>
              <a:t>Mathias André Smidt, Creative Manager</a:t>
            </a:r>
          </a:p>
        </p:txBody>
      </p:sp>
    </p:spTree>
    <p:extLst>
      <p:ext uri="{BB962C8B-B14F-4D97-AF65-F5344CB8AC3E}">
        <p14:creationId xmlns:p14="http://schemas.microsoft.com/office/powerpoint/2010/main" val="308116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ærmpr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Kombinationstegning 51">
            <a:extLst>
              <a:ext uri="{FF2B5EF4-FFF2-40B4-BE49-F238E27FC236}">
                <a16:creationId xmlns:a16="http://schemas.microsoft.com/office/drawing/2014/main" id="{2DA5C0F2-418B-0EEE-BA4F-93DC2C56F2B8}"/>
              </a:ext>
            </a:extLst>
          </p:cNvPr>
          <p:cNvSpPr/>
          <p:nvPr/>
        </p:nvSpPr>
        <p:spPr>
          <a:xfrm>
            <a:off x="1800351" y="720087"/>
            <a:ext cx="7919575" cy="5040000"/>
          </a:xfrm>
          <a:custGeom>
            <a:avLst/>
            <a:gdLst>
              <a:gd name="connsiteX0" fmla="*/ 7827954 w 7919575"/>
              <a:gd name="connsiteY0" fmla="*/ 0 h 5225716"/>
              <a:gd name="connsiteX1" fmla="*/ 7919576 w 7919575"/>
              <a:gd name="connsiteY1" fmla="*/ 91517 h 5225716"/>
              <a:gd name="connsiteX2" fmla="*/ 7919576 w 7919575"/>
              <a:gd name="connsiteY2" fmla="*/ 5134200 h 5225716"/>
              <a:gd name="connsiteX3" fmla="*/ 7827954 w 7919575"/>
              <a:gd name="connsiteY3" fmla="*/ 5225717 h 5225716"/>
              <a:gd name="connsiteX4" fmla="*/ 91622 w 7919575"/>
              <a:gd name="connsiteY4" fmla="*/ 5225717 h 5225716"/>
              <a:gd name="connsiteX5" fmla="*/ 0 w 7919575"/>
              <a:gd name="connsiteY5" fmla="*/ 5134200 h 5225716"/>
              <a:gd name="connsiteX6" fmla="*/ 0 w 7919575"/>
              <a:gd name="connsiteY6" fmla="*/ 91517 h 5225716"/>
              <a:gd name="connsiteX7" fmla="*/ 91622 w 7919575"/>
              <a:gd name="connsiteY7" fmla="*/ 0 h 5225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19575" h="5225716">
                <a:moveTo>
                  <a:pt x="7827954" y="0"/>
                </a:moveTo>
                <a:cubicBezTo>
                  <a:pt x="7878556" y="0"/>
                  <a:pt x="7919576" y="40974"/>
                  <a:pt x="7919576" y="91517"/>
                </a:cubicBezTo>
                <a:lnTo>
                  <a:pt x="7919576" y="5134200"/>
                </a:lnTo>
                <a:cubicBezTo>
                  <a:pt x="7919576" y="5184743"/>
                  <a:pt x="7878556" y="5225717"/>
                  <a:pt x="7827954" y="5225717"/>
                </a:cubicBezTo>
                <a:lnTo>
                  <a:pt x="91622" y="5225717"/>
                </a:lnTo>
                <a:cubicBezTo>
                  <a:pt x="41021" y="5225717"/>
                  <a:pt x="0" y="5184744"/>
                  <a:pt x="0" y="5134200"/>
                </a:cubicBezTo>
                <a:lnTo>
                  <a:pt x="0" y="91517"/>
                </a:lnTo>
                <a:cubicBezTo>
                  <a:pt x="0" y="40974"/>
                  <a:pt x="41021" y="0"/>
                  <a:pt x="91622" y="0"/>
                </a:cubicBezTo>
                <a:close/>
              </a:path>
            </a:pathLst>
          </a:custGeom>
          <a:solidFill>
            <a:schemeClr val="bg1"/>
          </a:solidFill>
          <a:ln w="10610" cap="flat">
            <a:noFill/>
            <a:prstDash val="solid"/>
            <a:miter/>
          </a:ln>
          <a:effectLst>
            <a:outerShdw blurRad="635000" dist="38100" dir="5400000" sx="101000" sy="101000" algn="t" rotWithShape="0">
              <a:schemeClr val="tx2">
                <a:alpha val="20000"/>
              </a:schemeClr>
            </a:outerShdw>
          </a:effectLst>
        </p:spPr>
        <p:txBody>
          <a:bodyPr rtlCol="0" anchor="ctr"/>
          <a:lstStyle/>
          <a:p>
            <a:endParaRPr lang="da-DK"/>
          </a:p>
        </p:txBody>
      </p:sp>
      <p:sp>
        <p:nvSpPr>
          <p:cNvPr id="122" name="Kombinationstegning 121">
            <a:extLst>
              <a:ext uri="{FF2B5EF4-FFF2-40B4-BE49-F238E27FC236}">
                <a16:creationId xmlns:a16="http://schemas.microsoft.com/office/drawing/2014/main" id="{A86CCD02-8296-1D23-47D0-5044BAC9DF94}"/>
              </a:ext>
            </a:extLst>
          </p:cNvPr>
          <p:cNvSpPr/>
          <p:nvPr userDrawn="1"/>
        </p:nvSpPr>
        <p:spPr>
          <a:xfrm>
            <a:off x="1800351" y="720087"/>
            <a:ext cx="7919575" cy="488658"/>
          </a:xfrm>
          <a:custGeom>
            <a:avLst/>
            <a:gdLst>
              <a:gd name="connsiteX0" fmla="*/ 7837084 w 7919575"/>
              <a:gd name="connsiteY0" fmla="*/ 0 h 488658"/>
              <a:gd name="connsiteX1" fmla="*/ 82491 w 7919575"/>
              <a:gd name="connsiteY1" fmla="*/ 0 h 488658"/>
              <a:gd name="connsiteX2" fmla="*/ 0 w 7919575"/>
              <a:gd name="connsiteY2" fmla="*/ 82397 h 488658"/>
              <a:gd name="connsiteX3" fmla="*/ 0 w 7919575"/>
              <a:gd name="connsiteY3" fmla="*/ 488658 h 488658"/>
              <a:gd name="connsiteX4" fmla="*/ 7919576 w 7919575"/>
              <a:gd name="connsiteY4" fmla="*/ 488658 h 488658"/>
              <a:gd name="connsiteX5" fmla="*/ 7919576 w 7919575"/>
              <a:gd name="connsiteY5" fmla="*/ 82397 h 488658"/>
              <a:gd name="connsiteX6" fmla="*/ 7837084 w 7919575"/>
              <a:gd name="connsiteY6" fmla="*/ 0 h 4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19575" h="488658">
                <a:moveTo>
                  <a:pt x="7837084" y="0"/>
                </a:moveTo>
                <a:lnTo>
                  <a:pt x="82491" y="0"/>
                </a:lnTo>
                <a:cubicBezTo>
                  <a:pt x="37158" y="0"/>
                  <a:pt x="0" y="37116"/>
                  <a:pt x="0" y="82397"/>
                </a:cubicBezTo>
                <a:lnTo>
                  <a:pt x="0" y="488658"/>
                </a:lnTo>
                <a:lnTo>
                  <a:pt x="7919576" y="488658"/>
                </a:lnTo>
                <a:lnTo>
                  <a:pt x="7919576" y="82397"/>
                </a:lnTo>
                <a:cubicBezTo>
                  <a:pt x="7919576" y="37116"/>
                  <a:pt x="7882418" y="0"/>
                  <a:pt x="7837084" y="0"/>
                </a:cubicBezTo>
                <a:close/>
              </a:path>
            </a:pathLst>
          </a:custGeom>
          <a:solidFill>
            <a:srgbClr val="FFFFFF"/>
          </a:solidFill>
          <a:ln w="10610" cap="flat">
            <a:noFill/>
            <a:prstDash val="solid"/>
            <a:miter/>
          </a:ln>
        </p:spPr>
        <p:txBody>
          <a:bodyPr rtlCol="0" anchor="ctr"/>
          <a:lstStyle/>
          <a:p>
            <a:endParaRPr lang="da-DK"/>
          </a:p>
        </p:txBody>
      </p:sp>
      <p:grpSp>
        <p:nvGrpSpPr>
          <p:cNvPr id="71" name="Gruppe 70">
            <a:extLst>
              <a:ext uri="{FF2B5EF4-FFF2-40B4-BE49-F238E27FC236}">
                <a16:creationId xmlns:a16="http://schemas.microsoft.com/office/drawing/2014/main" id="{AAFB272C-93CC-8034-E5BD-C8864483178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21500" y="5220402"/>
            <a:ext cx="579374" cy="540000"/>
            <a:chOff x="1255713" y="868363"/>
            <a:chExt cx="5884862" cy="5471880"/>
          </a:xfrm>
          <a:solidFill>
            <a:schemeClr val="tx1"/>
          </a:solidFill>
        </p:grpSpPr>
        <p:sp>
          <p:nvSpPr>
            <p:cNvPr id="72" name="Freeform 1">
              <a:extLst>
                <a:ext uri="{FF2B5EF4-FFF2-40B4-BE49-F238E27FC236}">
                  <a16:creationId xmlns:a16="http://schemas.microsoft.com/office/drawing/2014/main" id="{00BB2755-B3B9-B0CD-8627-D1167CA1B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713" y="482758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44 h 1813"/>
                <a:gd name="T8" fmla="*/ 1094 w 1501"/>
                <a:gd name="T9" fmla="*/ 1344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125 h 1813"/>
                <a:gd name="T20" fmla="*/ 750 w 1501"/>
                <a:gd name="T21" fmla="*/ 281 h 1813"/>
                <a:gd name="T22" fmla="*/ 1031 w 1501"/>
                <a:gd name="T23" fmla="*/ 1125 h 1813"/>
                <a:gd name="T24" fmla="*/ 469 w 1501"/>
                <a:gd name="T25" fmla="*/ 1125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44"/>
                  </a:lnTo>
                  <a:lnTo>
                    <a:pt x="1094" y="1344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125"/>
                  </a:moveTo>
                  <a:lnTo>
                    <a:pt x="750" y="281"/>
                  </a:lnTo>
                  <a:lnTo>
                    <a:pt x="1031" y="1125"/>
                  </a:lnTo>
                  <a:lnTo>
                    <a:pt x="469" y="112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73" name="Freeform 2">
              <a:extLst>
                <a:ext uri="{FF2B5EF4-FFF2-40B4-BE49-F238E27FC236}">
                  <a16:creationId xmlns:a16="http://schemas.microsoft.com/office/drawing/2014/main" id="{1BF3511F-680A-3123-1D55-BBC6738CE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500" y="4816475"/>
              <a:ext cx="382588" cy="663575"/>
            </a:xfrm>
            <a:custGeom>
              <a:avLst/>
              <a:gdLst>
                <a:gd name="T0" fmla="*/ 1031 w 1064"/>
                <a:gd name="T1" fmla="*/ 531 h 1844"/>
                <a:gd name="T2" fmla="*/ 750 w 1064"/>
                <a:gd name="T3" fmla="*/ 531 h 1844"/>
                <a:gd name="T4" fmla="*/ 219 w 1064"/>
                <a:gd name="T5" fmla="*/ 1093 h 1844"/>
                <a:gd name="T6" fmla="*/ 219 w 1064"/>
                <a:gd name="T7" fmla="*/ 0 h 1844"/>
                <a:gd name="T8" fmla="*/ 0 w 1064"/>
                <a:gd name="T9" fmla="*/ 0 h 1844"/>
                <a:gd name="T10" fmla="*/ 0 w 1064"/>
                <a:gd name="T11" fmla="*/ 1843 h 1844"/>
                <a:gd name="T12" fmla="*/ 219 w 1064"/>
                <a:gd name="T13" fmla="*/ 1843 h 1844"/>
                <a:gd name="T14" fmla="*/ 219 w 1064"/>
                <a:gd name="T15" fmla="*/ 1187 h 1844"/>
                <a:gd name="T16" fmla="*/ 781 w 1064"/>
                <a:gd name="T17" fmla="*/ 1843 h 1844"/>
                <a:gd name="T18" fmla="*/ 1063 w 1064"/>
                <a:gd name="T19" fmla="*/ 1843 h 1844"/>
                <a:gd name="T20" fmla="*/ 469 w 1064"/>
                <a:gd name="T21" fmla="*/ 1156 h 1844"/>
                <a:gd name="T22" fmla="*/ 1031 w 1064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4" h="1844">
                  <a:moveTo>
                    <a:pt x="1031" y="531"/>
                  </a:moveTo>
                  <a:lnTo>
                    <a:pt x="750" y="531"/>
                  </a:lnTo>
                  <a:lnTo>
                    <a:pt x="219" y="1093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9" y="1843"/>
                  </a:lnTo>
                  <a:lnTo>
                    <a:pt x="219" y="1187"/>
                  </a:lnTo>
                  <a:lnTo>
                    <a:pt x="781" y="1843"/>
                  </a:lnTo>
                  <a:lnTo>
                    <a:pt x="1063" y="1843"/>
                  </a:lnTo>
                  <a:lnTo>
                    <a:pt x="469" y="1156"/>
                  </a:lnTo>
                  <a:lnTo>
                    <a:pt x="1031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74" name="Freeform 3">
              <a:extLst>
                <a:ext uri="{FF2B5EF4-FFF2-40B4-BE49-F238E27FC236}">
                  <a16:creationId xmlns:a16="http://schemas.microsoft.com/office/drawing/2014/main" id="{4D6655FF-C822-4E58-9B10-F7166D9CD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200" y="5008563"/>
              <a:ext cx="371475" cy="484187"/>
            </a:xfrm>
            <a:custGeom>
              <a:avLst/>
              <a:gdLst>
                <a:gd name="T0" fmla="*/ 531 w 1032"/>
                <a:gd name="T1" fmla="*/ 0 h 1345"/>
                <a:gd name="T2" fmla="*/ 531 w 1032"/>
                <a:gd name="T3" fmla="*/ 0 h 1345"/>
                <a:gd name="T4" fmla="*/ 62 w 1032"/>
                <a:gd name="T5" fmla="*/ 344 h 1345"/>
                <a:gd name="T6" fmla="*/ 250 w 1032"/>
                <a:gd name="T7" fmla="*/ 406 h 1345"/>
                <a:gd name="T8" fmla="*/ 531 w 1032"/>
                <a:gd name="T9" fmla="*/ 187 h 1345"/>
                <a:gd name="T10" fmla="*/ 812 w 1032"/>
                <a:gd name="T11" fmla="*/ 469 h 1345"/>
                <a:gd name="T12" fmla="*/ 812 w 1032"/>
                <a:gd name="T13" fmla="*/ 500 h 1345"/>
                <a:gd name="T14" fmla="*/ 594 w 1032"/>
                <a:gd name="T15" fmla="*/ 500 h 1345"/>
                <a:gd name="T16" fmla="*/ 0 w 1032"/>
                <a:gd name="T17" fmla="*/ 937 h 1345"/>
                <a:gd name="T18" fmla="*/ 406 w 1032"/>
                <a:gd name="T19" fmla="*/ 1344 h 1345"/>
                <a:gd name="T20" fmla="*/ 812 w 1032"/>
                <a:gd name="T21" fmla="*/ 1125 h 1345"/>
                <a:gd name="T22" fmla="*/ 875 w 1032"/>
                <a:gd name="T23" fmla="*/ 1312 h 1345"/>
                <a:gd name="T24" fmla="*/ 1031 w 1032"/>
                <a:gd name="T25" fmla="*/ 1312 h 1345"/>
                <a:gd name="T26" fmla="*/ 1031 w 1032"/>
                <a:gd name="T27" fmla="*/ 469 h 1345"/>
                <a:gd name="T28" fmla="*/ 531 w 1032"/>
                <a:gd name="T29" fmla="*/ 0 h 1345"/>
                <a:gd name="T30" fmla="*/ 812 w 1032"/>
                <a:gd name="T31" fmla="*/ 750 h 1345"/>
                <a:gd name="T32" fmla="*/ 812 w 1032"/>
                <a:gd name="T33" fmla="*/ 750 h 1345"/>
                <a:gd name="T34" fmla="*/ 719 w 1032"/>
                <a:gd name="T35" fmla="*/ 1062 h 1345"/>
                <a:gd name="T36" fmla="*/ 437 w 1032"/>
                <a:gd name="T37" fmla="*/ 1156 h 1345"/>
                <a:gd name="T38" fmla="*/ 219 w 1032"/>
                <a:gd name="T39" fmla="*/ 937 h 1345"/>
                <a:gd name="T40" fmla="*/ 594 w 1032"/>
                <a:gd name="T41" fmla="*/ 719 h 1345"/>
                <a:gd name="T42" fmla="*/ 812 w 1032"/>
                <a:gd name="T43" fmla="*/ 719 h 1345"/>
                <a:gd name="T44" fmla="*/ 531 w 1032"/>
                <a:gd name="T45" fmla="*/ 0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2" h="1345">
                  <a:moveTo>
                    <a:pt x="531" y="0"/>
                  </a:moveTo>
                  <a:lnTo>
                    <a:pt x="531" y="0"/>
                  </a:lnTo>
                  <a:cubicBezTo>
                    <a:pt x="281" y="0"/>
                    <a:pt x="94" y="125"/>
                    <a:pt x="62" y="344"/>
                  </a:cubicBezTo>
                  <a:cubicBezTo>
                    <a:pt x="250" y="406"/>
                    <a:pt x="250" y="406"/>
                    <a:pt x="250" y="406"/>
                  </a:cubicBezTo>
                  <a:cubicBezTo>
                    <a:pt x="281" y="250"/>
                    <a:pt x="375" y="187"/>
                    <a:pt x="531" y="187"/>
                  </a:cubicBezTo>
                  <a:cubicBezTo>
                    <a:pt x="719" y="187"/>
                    <a:pt x="812" y="281"/>
                    <a:pt x="812" y="469"/>
                  </a:cubicBezTo>
                  <a:cubicBezTo>
                    <a:pt x="812" y="500"/>
                    <a:pt x="812" y="500"/>
                    <a:pt x="812" y="500"/>
                  </a:cubicBezTo>
                  <a:cubicBezTo>
                    <a:pt x="594" y="500"/>
                    <a:pt x="594" y="500"/>
                    <a:pt x="594" y="500"/>
                  </a:cubicBezTo>
                  <a:cubicBezTo>
                    <a:pt x="219" y="500"/>
                    <a:pt x="0" y="656"/>
                    <a:pt x="0" y="937"/>
                  </a:cubicBezTo>
                  <a:cubicBezTo>
                    <a:pt x="0" y="1219"/>
                    <a:pt x="187" y="1344"/>
                    <a:pt x="406" y="1344"/>
                  </a:cubicBezTo>
                  <a:cubicBezTo>
                    <a:pt x="594" y="1344"/>
                    <a:pt x="719" y="1281"/>
                    <a:pt x="812" y="1125"/>
                  </a:cubicBezTo>
                  <a:cubicBezTo>
                    <a:pt x="875" y="1312"/>
                    <a:pt x="875" y="1312"/>
                    <a:pt x="875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69"/>
                    <a:pt x="1031" y="469"/>
                    <a:pt x="1031" y="469"/>
                  </a:cubicBezTo>
                  <a:cubicBezTo>
                    <a:pt x="1031" y="156"/>
                    <a:pt x="844" y="0"/>
                    <a:pt x="531" y="0"/>
                  </a:cubicBezTo>
                  <a:lnTo>
                    <a:pt x="812" y="750"/>
                  </a:lnTo>
                  <a:lnTo>
                    <a:pt x="812" y="750"/>
                  </a:lnTo>
                  <a:cubicBezTo>
                    <a:pt x="812" y="875"/>
                    <a:pt x="781" y="969"/>
                    <a:pt x="719" y="1062"/>
                  </a:cubicBezTo>
                  <a:cubicBezTo>
                    <a:pt x="625" y="1125"/>
                    <a:pt x="531" y="1156"/>
                    <a:pt x="437" y="1156"/>
                  </a:cubicBezTo>
                  <a:cubicBezTo>
                    <a:pt x="312" y="1156"/>
                    <a:pt x="219" y="1062"/>
                    <a:pt x="219" y="937"/>
                  </a:cubicBezTo>
                  <a:cubicBezTo>
                    <a:pt x="219" y="781"/>
                    <a:pt x="344" y="719"/>
                    <a:pt x="594" y="719"/>
                  </a:cubicBezTo>
                  <a:cubicBezTo>
                    <a:pt x="812" y="719"/>
                    <a:pt x="812" y="719"/>
                    <a:pt x="812" y="719"/>
                  </a:cubicBezTo>
                  <a:lnTo>
                    <a:pt x="531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75" name="Freeform 4">
              <a:extLst>
                <a:ext uri="{FF2B5EF4-FFF2-40B4-BE49-F238E27FC236}">
                  <a16:creationId xmlns:a16="http://schemas.microsoft.com/office/drawing/2014/main" id="{CF43B04B-F9EA-C137-A0A8-6C183E8AC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816475"/>
              <a:ext cx="427037" cy="674688"/>
            </a:xfrm>
            <a:custGeom>
              <a:avLst/>
              <a:gdLst>
                <a:gd name="T0" fmla="*/ 562 w 1188"/>
                <a:gd name="T1" fmla="*/ 1875 h 1876"/>
                <a:gd name="T2" fmla="*/ 562 w 1188"/>
                <a:gd name="T3" fmla="*/ 1875 h 1876"/>
                <a:gd name="T4" fmla="*/ 969 w 1188"/>
                <a:gd name="T5" fmla="*/ 1687 h 1876"/>
                <a:gd name="T6" fmla="*/ 969 w 1188"/>
                <a:gd name="T7" fmla="*/ 1843 h 1876"/>
                <a:gd name="T8" fmla="*/ 1187 w 1188"/>
                <a:gd name="T9" fmla="*/ 1843 h 1876"/>
                <a:gd name="T10" fmla="*/ 1187 w 1188"/>
                <a:gd name="T11" fmla="*/ 0 h 1876"/>
                <a:gd name="T12" fmla="*/ 969 w 1188"/>
                <a:gd name="T13" fmla="*/ 0 h 1876"/>
                <a:gd name="T14" fmla="*/ 969 w 1188"/>
                <a:gd name="T15" fmla="*/ 687 h 1876"/>
                <a:gd name="T16" fmla="*/ 812 w 1188"/>
                <a:gd name="T17" fmla="*/ 562 h 1876"/>
                <a:gd name="T18" fmla="*/ 562 w 1188"/>
                <a:gd name="T19" fmla="*/ 531 h 1876"/>
                <a:gd name="T20" fmla="*/ 0 w 1188"/>
                <a:gd name="T21" fmla="*/ 1187 h 1876"/>
                <a:gd name="T22" fmla="*/ 562 w 1188"/>
                <a:gd name="T23" fmla="*/ 1875 h 1876"/>
                <a:gd name="T24" fmla="*/ 594 w 1188"/>
                <a:gd name="T25" fmla="*/ 718 h 1876"/>
                <a:gd name="T26" fmla="*/ 594 w 1188"/>
                <a:gd name="T27" fmla="*/ 718 h 1876"/>
                <a:gd name="T28" fmla="*/ 969 w 1188"/>
                <a:gd name="T29" fmla="*/ 1187 h 1876"/>
                <a:gd name="T30" fmla="*/ 594 w 1188"/>
                <a:gd name="T31" fmla="*/ 1687 h 1876"/>
                <a:gd name="T32" fmla="*/ 219 w 1188"/>
                <a:gd name="T33" fmla="*/ 1187 h 1876"/>
                <a:gd name="T34" fmla="*/ 594 w 1188"/>
                <a:gd name="T35" fmla="*/ 718 h 1876"/>
                <a:gd name="T36" fmla="*/ 562 w 1188"/>
                <a:gd name="T37" fmla="*/ 1875 h 1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88" h="1876">
                  <a:moveTo>
                    <a:pt x="562" y="1875"/>
                  </a:moveTo>
                  <a:lnTo>
                    <a:pt x="562" y="1875"/>
                  </a:lnTo>
                  <a:cubicBezTo>
                    <a:pt x="719" y="1875"/>
                    <a:pt x="906" y="1781"/>
                    <a:pt x="969" y="1687"/>
                  </a:cubicBezTo>
                  <a:cubicBezTo>
                    <a:pt x="969" y="1843"/>
                    <a:pt x="969" y="1843"/>
                    <a:pt x="969" y="1843"/>
                  </a:cubicBezTo>
                  <a:cubicBezTo>
                    <a:pt x="1187" y="1843"/>
                    <a:pt x="1187" y="1843"/>
                    <a:pt x="1187" y="1843"/>
                  </a:cubicBezTo>
                  <a:cubicBezTo>
                    <a:pt x="1187" y="0"/>
                    <a:pt x="1187" y="0"/>
                    <a:pt x="1187" y="0"/>
                  </a:cubicBezTo>
                  <a:cubicBezTo>
                    <a:pt x="969" y="0"/>
                    <a:pt x="969" y="0"/>
                    <a:pt x="969" y="0"/>
                  </a:cubicBezTo>
                  <a:cubicBezTo>
                    <a:pt x="969" y="687"/>
                    <a:pt x="969" y="687"/>
                    <a:pt x="969" y="687"/>
                  </a:cubicBezTo>
                  <a:cubicBezTo>
                    <a:pt x="937" y="656"/>
                    <a:pt x="875" y="625"/>
                    <a:pt x="812" y="562"/>
                  </a:cubicBezTo>
                  <a:cubicBezTo>
                    <a:pt x="719" y="531"/>
                    <a:pt x="656" y="531"/>
                    <a:pt x="562" y="531"/>
                  </a:cubicBezTo>
                  <a:cubicBezTo>
                    <a:pt x="187" y="531"/>
                    <a:pt x="0" y="781"/>
                    <a:pt x="0" y="1187"/>
                  </a:cubicBezTo>
                  <a:cubicBezTo>
                    <a:pt x="0" y="1593"/>
                    <a:pt x="187" y="1875"/>
                    <a:pt x="562" y="1875"/>
                  </a:cubicBezTo>
                  <a:lnTo>
                    <a:pt x="594" y="718"/>
                  </a:lnTo>
                  <a:lnTo>
                    <a:pt x="594" y="718"/>
                  </a:lnTo>
                  <a:cubicBezTo>
                    <a:pt x="844" y="718"/>
                    <a:pt x="969" y="906"/>
                    <a:pt x="969" y="1187"/>
                  </a:cubicBezTo>
                  <a:cubicBezTo>
                    <a:pt x="969" y="1468"/>
                    <a:pt x="844" y="1687"/>
                    <a:pt x="594" y="1687"/>
                  </a:cubicBezTo>
                  <a:cubicBezTo>
                    <a:pt x="375" y="1687"/>
                    <a:pt x="219" y="1468"/>
                    <a:pt x="219" y="1187"/>
                  </a:cubicBezTo>
                  <a:cubicBezTo>
                    <a:pt x="219" y="906"/>
                    <a:pt x="375" y="718"/>
                    <a:pt x="594" y="718"/>
                  </a:cubicBezTo>
                  <a:lnTo>
                    <a:pt x="562" y="187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76" name="Freeform 6">
              <a:extLst>
                <a:ext uri="{FF2B5EF4-FFF2-40B4-BE49-F238E27FC236}">
                  <a16:creationId xmlns:a16="http://schemas.microsoft.com/office/drawing/2014/main" id="{49FB5212-395E-D80C-1B2A-7C7278D04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5008563"/>
              <a:ext cx="641350" cy="473075"/>
            </a:xfrm>
            <a:custGeom>
              <a:avLst/>
              <a:gdLst>
                <a:gd name="T0" fmla="*/ 1780 w 1781"/>
                <a:gd name="T1" fmla="*/ 1312 h 1313"/>
                <a:gd name="T2" fmla="*/ 1780 w 1781"/>
                <a:gd name="T3" fmla="*/ 1312 h 1313"/>
                <a:gd name="T4" fmla="*/ 1780 w 1781"/>
                <a:gd name="T5" fmla="*/ 406 h 1313"/>
                <a:gd name="T6" fmla="*/ 1405 w 1781"/>
                <a:gd name="T7" fmla="*/ 0 h 1313"/>
                <a:gd name="T8" fmla="*/ 968 w 1781"/>
                <a:gd name="T9" fmla="*/ 250 h 1313"/>
                <a:gd name="T10" fmla="*/ 625 w 1781"/>
                <a:gd name="T11" fmla="*/ 0 h 1313"/>
                <a:gd name="T12" fmla="*/ 218 w 1781"/>
                <a:gd name="T13" fmla="*/ 250 h 1313"/>
                <a:gd name="T14" fmla="*/ 218 w 1781"/>
                <a:gd name="T15" fmla="*/ 0 h 1313"/>
                <a:gd name="T16" fmla="*/ 0 w 1781"/>
                <a:gd name="T17" fmla="*/ 0 h 1313"/>
                <a:gd name="T18" fmla="*/ 0 w 1781"/>
                <a:gd name="T19" fmla="*/ 1312 h 1313"/>
                <a:gd name="T20" fmla="*/ 218 w 1781"/>
                <a:gd name="T21" fmla="*/ 1312 h 1313"/>
                <a:gd name="T22" fmla="*/ 218 w 1781"/>
                <a:gd name="T23" fmla="*/ 781 h 1313"/>
                <a:gd name="T24" fmla="*/ 562 w 1781"/>
                <a:gd name="T25" fmla="*/ 187 h 1313"/>
                <a:gd name="T26" fmla="*/ 781 w 1781"/>
                <a:gd name="T27" fmla="*/ 437 h 1313"/>
                <a:gd name="T28" fmla="*/ 781 w 1781"/>
                <a:gd name="T29" fmla="*/ 1312 h 1313"/>
                <a:gd name="T30" fmla="*/ 1000 w 1781"/>
                <a:gd name="T31" fmla="*/ 1312 h 1313"/>
                <a:gd name="T32" fmla="*/ 1000 w 1781"/>
                <a:gd name="T33" fmla="*/ 781 h 1313"/>
                <a:gd name="T34" fmla="*/ 1343 w 1781"/>
                <a:gd name="T35" fmla="*/ 187 h 1313"/>
                <a:gd name="T36" fmla="*/ 1561 w 1781"/>
                <a:gd name="T37" fmla="*/ 437 h 1313"/>
                <a:gd name="T38" fmla="*/ 1561 w 1781"/>
                <a:gd name="T39" fmla="*/ 1312 h 1313"/>
                <a:gd name="T40" fmla="*/ 1780 w 1781"/>
                <a:gd name="T41" fmla="*/ 1312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81" h="1313">
                  <a:moveTo>
                    <a:pt x="1780" y="1312"/>
                  </a:moveTo>
                  <a:lnTo>
                    <a:pt x="1780" y="1312"/>
                  </a:lnTo>
                  <a:cubicBezTo>
                    <a:pt x="1780" y="406"/>
                    <a:pt x="1780" y="406"/>
                    <a:pt x="1780" y="406"/>
                  </a:cubicBezTo>
                  <a:cubicBezTo>
                    <a:pt x="1780" y="125"/>
                    <a:pt x="1655" y="0"/>
                    <a:pt x="1405" y="0"/>
                  </a:cubicBezTo>
                  <a:cubicBezTo>
                    <a:pt x="1218" y="0"/>
                    <a:pt x="1062" y="94"/>
                    <a:pt x="968" y="250"/>
                  </a:cubicBezTo>
                  <a:cubicBezTo>
                    <a:pt x="937" y="94"/>
                    <a:pt x="812" y="0"/>
                    <a:pt x="625" y="0"/>
                  </a:cubicBezTo>
                  <a:cubicBezTo>
                    <a:pt x="437" y="0"/>
                    <a:pt x="312" y="62"/>
                    <a:pt x="218" y="25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8" y="1312"/>
                    <a:pt x="218" y="1312"/>
                    <a:pt x="218" y="1312"/>
                  </a:cubicBezTo>
                  <a:cubicBezTo>
                    <a:pt x="218" y="781"/>
                    <a:pt x="218" y="781"/>
                    <a:pt x="218" y="781"/>
                  </a:cubicBezTo>
                  <a:cubicBezTo>
                    <a:pt x="218" y="406"/>
                    <a:pt x="375" y="187"/>
                    <a:pt x="562" y="187"/>
                  </a:cubicBezTo>
                  <a:cubicBezTo>
                    <a:pt x="718" y="187"/>
                    <a:pt x="781" y="281"/>
                    <a:pt x="781" y="437"/>
                  </a:cubicBezTo>
                  <a:cubicBezTo>
                    <a:pt x="781" y="1312"/>
                    <a:pt x="781" y="1312"/>
                    <a:pt x="781" y="1312"/>
                  </a:cubicBezTo>
                  <a:cubicBezTo>
                    <a:pt x="1000" y="1312"/>
                    <a:pt x="1000" y="1312"/>
                    <a:pt x="1000" y="1312"/>
                  </a:cubicBezTo>
                  <a:cubicBezTo>
                    <a:pt x="1000" y="781"/>
                    <a:pt x="1000" y="781"/>
                    <a:pt x="1000" y="781"/>
                  </a:cubicBezTo>
                  <a:cubicBezTo>
                    <a:pt x="1000" y="406"/>
                    <a:pt x="1156" y="187"/>
                    <a:pt x="1343" y="187"/>
                  </a:cubicBezTo>
                  <a:cubicBezTo>
                    <a:pt x="1499" y="187"/>
                    <a:pt x="1561" y="281"/>
                    <a:pt x="1561" y="437"/>
                  </a:cubicBezTo>
                  <a:cubicBezTo>
                    <a:pt x="1561" y="1312"/>
                    <a:pt x="1561" y="1312"/>
                    <a:pt x="1561" y="1312"/>
                  </a:cubicBezTo>
                  <a:lnTo>
                    <a:pt x="1780" y="131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77" name="Freeform 7">
              <a:extLst>
                <a:ext uri="{FF2B5EF4-FFF2-40B4-BE49-F238E27FC236}">
                  <a16:creationId xmlns:a16="http://schemas.microsoft.com/office/drawing/2014/main" id="{E8DDC2E0-F062-1CBC-8732-7B470BF00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5008563"/>
              <a:ext cx="79375" cy="473075"/>
            </a:xfrm>
            <a:custGeom>
              <a:avLst/>
              <a:gdLst>
                <a:gd name="T0" fmla="*/ 219 w 220"/>
                <a:gd name="T1" fmla="*/ 0 h 1313"/>
                <a:gd name="T2" fmla="*/ 0 w 220"/>
                <a:gd name="T3" fmla="*/ 0 h 1313"/>
                <a:gd name="T4" fmla="*/ 0 w 220"/>
                <a:gd name="T5" fmla="*/ 1312 h 1313"/>
                <a:gd name="T6" fmla="*/ 219 w 220"/>
                <a:gd name="T7" fmla="*/ 1312 h 1313"/>
                <a:gd name="T8" fmla="*/ 219 w 220"/>
                <a:gd name="T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313">
                  <a:moveTo>
                    <a:pt x="219" y="0"/>
                  </a:moveTo>
                  <a:lnTo>
                    <a:pt x="0" y="0"/>
                  </a:lnTo>
                  <a:lnTo>
                    <a:pt x="0" y="1312"/>
                  </a:lnTo>
                  <a:lnTo>
                    <a:pt x="219" y="1312"/>
                  </a:lnTo>
                  <a:lnTo>
                    <a:pt x="21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78" name="Freeform 8">
              <a:extLst>
                <a:ext uri="{FF2B5EF4-FFF2-40B4-BE49-F238E27FC236}">
                  <a16:creationId xmlns:a16="http://schemas.microsoft.com/office/drawing/2014/main" id="{E5CD5C4A-1ADA-BEDD-ABAB-BB6C24C88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238" y="4816475"/>
              <a:ext cx="123825" cy="123825"/>
            </a:xfrm>
            <a:custGeom>
              <a:avLst/>
              <a:gdLst>
                <a:gd name="T0" fmla="*/ 344 w 345"/>
                <a:gd name="T1" fmla="*/ 187 h 344"/>
                <a:gd name="T2" fmla="*/ 344 w 345"/>
                <a:gd name="T3" fmla="*/ 187 h 344"/>
                <a:gd name="T4" fmla="*/ 156 w 345"/>
                <a:gd name="T5" fmla="*/ 0 h 344"/>
                <a:gd name="T6" fmla="*/ 0 w 345"/>
                <a:gd name="T7" fmla="*/ 187 h 344"/>
                <a:gd name="T8" fmla="*/ 156 w 345"/>
                <a:gd name="T9" fmla="*/ 343 h 344"/>
                <a:gd name="T10" fmla="*/ 344 w 345"/>
                <a:gd name="T11" fmla="*/ 187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5" h="344">
                  <a:moveTo>
                    <a:pt x="344" y="187"/>
                  </a:moveTo>
                  <a:lnTo>
                    <a:pt x="344" y="187"/>
                  </a:lnTo>
                  <a:cubicBezTo>
                    <a:pt x="344" y="93"/>
                    <a:pt x="250" y="0"/>
                    <a:pt x="156" y="0"/>
                  </a:cubicBezTo>
                  <a:cubicBezTo>
                    <a:pt x="62" y="0"/>
                    <a:pt x="0" y="93"/>
                    <a:pt x="0" y="187"/>
                  </a:cubicBezTo>
                  <a:cubicBezTo>
                    <a:pt x="0" y="281"/>
                    <a:pt x="62" y="343"/>
                    <a:pt x="156" y="343"/>
                  </a:cubicBezTo>
                  <a:cubicBezTo>
                    <a:pt x="250" y="343"/>
                    <a:pt x="344" y="281"/>
                    <a:pt x="344" y="18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79" name="Freeform 9">
              <a:extLst>
                <a:ext uri="{FF2B5EF4-FFF2-40B4-BE49-F238E27FC236}">
                  <a16:creationId xmlns:a16="http://schemas.microsoft.com/office/drawing/2014/main" id="{225F7110-DB24-B910-AADD-15687C7C9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816475"/>
              <a:ext cx="382587" cy="663575"/>
            </a:xfrm>
            <a:custGeom>
              <a:avLst/>
              <a:gdLst>
                <a:gd name="T0" fmla="*/ 750 w 1063"/>
                <a:gd name="T1" fmla="*/ 531 h 1844"/>
                <a:gd name="T2" fmla="*/ 218 w 1063"/>
                <a:gd name="T3" fmla="*/ 1093 h 1844"/>
                <a:gd name="T4" fmla="*/ 218 w 1063"/>
                <a:gd name="T5" fmla="*/ 0 h 1844"/>
                <a:gd name="T6" fmla="*/ 0 w 1063"/>
                <a:gd name="T7" fmla="*/ 0 h 1844"/>
                <a:gd name="T8" fmla="*/ 0 w 1063"/>
                <a:gd name="T9" fmla="*/ 1843 h 1844"/>
                <a:gd name="T10" fmla="*/ 218 w 1063"/>
                <a:gd name="T11" fmla="*/ 1843 h 1844"/>
                <a:gd name="T12" fmla="*/ 218 w 1063"/>
                <a:gd name="T13" fmla="*/ 1187 h 1844"/>
                <a:gd name="T14" fmla="*/ 781 w 1063"/>
                <a:gd name="T15" fmla="*/ 1843 h 1844"/>
                <a:gd name="T16" fmla="*/ 1062 w 1063"/>
                <a:gd name="T17" fmla="*/ 1843 h 1844"/>
                <a:gd name="T18" fmla="*/ 468 w 1063"/>
                <a:gd name="T19" fmla="*/ 1156 h 1844"/>
                <a:gd name="T20" fmla="*/ 1031 w 1063"/>
                <a:gd name="T21" fmla="*/ 531 h 1844"/>
                <a:gd name="T22" fmla="*/ 750 w 1063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4">
                  <a:moveTo>
                    <a:pt x="750" y="531"/>
                  </a:moveTo>
                  <a:lnTo>
                    <a:pt x="218" y="1093"/>
                  </a:lnTo>
                  <a:lnTo>
                    <a:pt x="218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8" y="1843"/>
                  </a:lnTo>
                  <a:lnTo>
                    <a:pt x="218" y="1187"/>
                  </a:lnTo>
                  <a:lnTo>
                    <a:pt x="781" y="1843"/>
                  </a:lnTo>
                  <a:lnTo>
                    <a:pt x="1062" y="1843"/>
                  </a:lnTo>
                  <a:lnTo>
                    <a:pt x="468" y="1156"/>
                  </a:lnTo>
                  <a:lnTo>
                    <a:pt x="1031" y="531"/>
                  </a:lnTo>
                  <a:lnTo>
                    <a:pt x="750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0" name="Freeform 10">
              <a:extLst>
                <a:ext uri="{FF2B5EF4-FFF2-40B4-BE49-F238E27FC236}">
                  <a16:creationId xmlns:a16="http://schemas.microsoft.com/office/drawing/2014/main" id="{B3A7FFC3-9B61-AC94-F818-64F49A840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4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1" name="Freeform 11">
              <a:extLst>
                <a:ext uri="{FF2B5EF4-FFF2-40B4-BE49-F238E27FC236}">
                  <a16:creationId xmlns:a16="http://schemas.microsoft.com/office/drawing/2014/main" id="{4D0CB98D-8B73-0206-D08B-424683500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963" y="5008563"/>
              <a:ext cx="282575" cy="473075"/>
            </a:xfrm>
            <a:custGeom>
              <a:avLst/>
              <a:gdLst>
                <a:gd name="T0" fmla="*/ 219 w 783"/>
                <a:gd name="T1" fmla="*/ 219 h 1313"/>
                <a:gd name="T2" fmla="*/ 219 w 783"/>
                <a:gd name="T3" fmla="*/ 219 h 1313"/>
                <a:gd name="T4" fmla="*/ 219 w 783"/>
                <a:gd name="T5" fmla="*/ 0 h 1313"/>
                <a:gd name="T6" fmla="*/ 0 w 783"/>
                <a:gd name="T7" fmla="*/ 0 h 1313"/>
                <a:gd name="T8" fmla="*/ 0 w 783"/>
                <a:gd name="T9" fmla="*/ 1312 h 1313"/>
                <a:gd name="T10" fmla="*/ 219 w 783"/>
                <a:gd name="T11" fmla="*/ 1312 h 1313"/>
                <a:gd name="T12" fmla="*/ 219 w 783"/>
                <a:gd name="T13" fmla="*/ 812 h 1313"/>
                <a:gd name="T14" fmla="*/ 313 w 783"/>
                <a:gd name="T15" fmla="*/ 344 h 1313"/>
                <a:gd name="T16" fmla="*/ 594 w 783"/>
                <a:gd name="T17" fmla="*/ 187 h 1313"/>
                <a:gd name="T18" fmla="*/ 719 w 783"/>
                <a:gd name="T19" fmla="*/ 219 h 1313"/>
                <a:gd name="T20" fmla="*/ 782 w 783"/>
                <a:gd name="T21" fmla="*/ 31 h 1313"/>
                <a:gd name="T22" fmla="*/ 594 w 783"/>
                <a:gd name="T23" fmla="*/ 0 h 1313"/>
                <a:gd name="T24" fmla="*/ 219 w 783"/>
                <a:gd name="T25" fmla="*/ 219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1313">
                  <a:moveTo>
                    <a:pt x="219" y="219"/>
                  </a:moveTo>
                  <a:lnTo>
                    <a:pt x="219" y="219"/>
                  </a:ln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812"/>
                    <a:pt x="219" y="812"/>
                    <a:pt x="219" y="812"/>
                  </a:cubicBezTo>
                  <a:cubicBezTo>
                    <a:pt x="219" y="625"/>
                    <a:pt x="250" y="469"/>
                    <a:pt x="313" y="344"/>
                  </a:cubicBezTo>
                  <a:cubicBezTo>
                    <a:pt x="407" y="250"/>
                    <a:pt x="469" y="187"/>
                    <a:pt x="594" y="187"/>
                  </a:cubicBezTo>
                  <a:cubicBezTo>
                    <a:pt x="625" y="187"/>
                    <a:pt x="688" y="187"/>
                    <a:pt x="719" y="219"/>
                  </a:cubicBezTo>
                  <a:cubicBezTo>
                    <a:pt x="782" y="31"/>
                    <a:pt x="782" y="31"/>
                    <a:pt x="782" y="31"/>
                  </a:cubicBezTo>
                  <a:cubicBezTo>
                    <a:pt x="719" y="0"/>
                    <a:pt x="657" y="0"/>
                    <a:pt x="594" y="0"/>
                  </a:cubicBezTo>
                  <a:cubicBezTo>
                    <a:pt x="438" y="0"/>
                    <a:pt x="282" y="94"/>
                    <a:pt x="219" y="21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2" name="Freeform 12">
              <a:extLst>
                <a:ext uri="{FF2B5EF4-FFF2-40B4-BE49-F238E27FC236}">
                  <a16:creationId xmlns:a16="http://schemas.microsoft.com/office/drawing/2014/main" id="{76B144C1-AE3A-5F6D-1BA8-674F2071B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100" y="5008563"/>
              <a:ext cx="371475" cy="473075"/>
            </a:xfrm>
            <a:custGeom>
              <a:avLst/>
              <a:gdLst>
                <a:gd name="T0" fmla="*/ 656 w 1032"/>
                <a:gd name="T1" fmla="*/ 0 h 1313"/>
                <a:gd name="T2" fmla="*/ 656 w 1032"/>
                <a:gd name="T3" fmla="*/ 0 h 1313"/>
                <a:gd name="T4" fmla="*/ 219 w 1032"/>
                <a:gd name="T5" fmla="*/ 250 h 1313"/>
                <a:gd name="T6" fmla="*/ 219 w 1032"/>
                <a:gd name="T7" fmla="*/ 0 h 1313"/>
                <a:gd name="T8" fmla="*/ 0 w 1032"/>
                <a:gd name="T9" fmla="*/ 0 h 1313"/>
                <a:gd name="T10" fmla="*/ 0 w 1032"/>
                <a:gd name="T11" fmla="*/ 1312 h 1313"/>
                <a:gd name="T12" fmla="*/ 219 w 1032"/>
                <a:gd name="T13" fmla="*/ 1312 h 1313"/>
                <a:gd name="T14" fmla="*/ 219 w 1032"/>
                <a:gd name="T15" fmla="*/ 781 h 1313"/>
                <a:gd name="T16" fmla="*/ 312 w 1032"/>
                <a:gd name="T17" fmla="*/ 344 h 1313"/>
                <a:gd name="T18" fmla="*/ 594 w 1032"/>
                <a:gd name="T19" fmla="*/ 187 h 1313"/>
                <a:gd name="T20" fmla="*/ 812 w 1032"/>
                <a:gd name="T21" fmla="*/ 469 h 1313"/>
                <a:gd name="T22" fmla="*/ 812 w 1032"/>
                <a:gd name="T23" fmla="*/ 1312 h 1313"/>
                <a:gd name="T24" fmla="*/ 1031 w 1032"/>
                <a:gd name="T25" fmla="*/ 1312 h 1313"/>
                <a:gd name="T26" fmla="*/ 1031 w 1032"/>
                <a:gd name="T27" fmla="*/ 406 h 1313"/>
                <a:gd name="T28" fmla="*/ 656 w 1032"/>
                <a:gd name="T2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2" h="1313">
                  <a:moveTo>
                    <a:pt x="656" y="0"/>
                  </a:moveTo>
                  <a:lnTo>
                    <a:pt x="656" y="0"/>
                  </a:lnTo>
                  <a:cubicBezTo>
                    <a:pt x="469" y="0"/>
                    <a:pt x="312" y="62"/>
                    <a:pt x="219" y="25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781"/>
                    <a:pt x="219" y="781"/>
                    <a:pt x="219" y="781"/>
                  </a:cubicBezTo>
                  <a:cubicBezTo>
                    <a:pt x="219" y="594"/>
                    <a:pt x="250" y="469"/>
                    <a:pt x="312" y="344"/>
                  </a:cubicBezTo>
                  <a:cubicBezTo>
                    <a:pt x="406" y="250"/>
                    <a:pt x="500" y="187"/>
                    <a:pt x="594" y="187"/>
                  </a:cubicBezTo>
                  <a:cubicBezTo>
                    <a:pt x="750" y="187"/>
                    <a:pt x="812" y="281"/>
                    <a:pt x="812" y="469"/>
                  </a:cubicBezTo>
                  <a:cubicBezTo>
                    <a:pt x="812" y="1312"/>
                    <a:pt x="812" y="1312"/>
                    <a:pt x="812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06"/>
                    <a:pt x="1031" y="406"/>
                    <a:pt x="1031" y="406"/>
                  </a:cubicBezTo>
                  <a:cubicBezTo>
                    <a:pt x="1031" y="125"/>
                    <a:pt x="875" y="0"/>
                    <a:pt x="65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3" name="Freeform 14">
              <a:extLst>
                <a:ext uri="{FF2B5EF4-FFF2-40B4-BE49-F238E27FC236}">
                  <a16:creationId xmlns:a16="http://schemas.microsoft.com/office/drawing/2014/main" id="{8F9ADBDF-B542-1CA9-E76D-975EDD2AE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5008563"/>
              <a:ext cx="338137" cy="484187"/>
            </a:xfrm>
            <a:custGeom>
              <a:avLst/>
              <a:gdLst>
                <a:gd name="T0" fmla="*/ 313 w 939"/>
                <a:gd name="T1" fmla="*/ 344 h 1345"/>
                <a:gd name="T2" fmla="*/ 313 w 939"/>
                <a:gd name="T3" fmla="*/ 344 h 1345"/>
                <a:gd name="T4" fmla="*/ 500 w 939"/>
                <a:gd name="T5" fmla="*/ 187 h 1345"/>
                <a:gd name="T6" fmla="*/ 719 w 939"/>
                <a:gd name="T7" fmla="*/ 312 h 1345"/>
                <a:gd name="T8" fmla="*/ 875 w 939"/>
                <a:gd name="T9" fmla="*/ 187 h 1345"/>
                <a:gd name="T10" fmla="*/ 500 w 939"/>
                <a:gd name="T11" fmla="*/ 0 h 1345"/>
                <a:gd name="T12" fmla="*/ 94 w 939"/>
                <a:gd name="T13" fmla="*/ 344 h 1345"/>
                <a:gd name="T14" fmla="*/ 500 w 939"/>
                <a:gd name="T15" fmla="*/ 750 h 1345"/>
                <a:gd name="T16" fmla="*/ 719 w 939"/>
                <a:gd name="T17" fmla="*/ 937 h 1345"/>
                <a:gd name="T18" fmla="*/ 500 w 939"/>
                <a:gd name="T19" fmla="*/ 1156 h 1345"/>
                <a:gd name="T20" fmla="*/ 188 w 939"/>
                <a:gd name="T21" fmla="*/ 875 h 1345"/>
                <a:gd name="T22" fmla="*/ 0 w 939"/>
                <a:gd name="T23" fmla="*/ 1000 h 1345"/>
                <a:gd name="T24" fmla="*/ 500 w 939"/>
                <a:gd name="T25" fmla="*/ 1344 h 1345"/>
                <a:gd name="T26" fmla="*/ 938 w 939"/>
                <a:gd name="T27" fmla="*/ 937 h 1345"/>
                <a:gd name="T28" fmla="*/ 313 w 939"/>
                <a:gd name="T29" fmla="*/ 344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45">
                  <a:moveTo>
                    <a:pt x="313" y="344"/>
                  </a:moveTo>
                  <a:lnTo>
                    <a:pt x="313" y="344"/>
                  </a:lnTo>
                  <a:cubicBezTo>
                    <a:pt x="313" y="250"/>
                    <a:pt x="407" y="187"/>
                    <a:pt x="500" y="187"/>
                  </a:cubicBezTo>
                  <a:cubicBezTo>
                    <a:pt x="563" y="187"/>
                    <a:pt x="657" y="219"/>
                    <a:pt x="719" y="312"/>
                  </a:cubicBezTo>
                  <a:cubicBezTo>
                    <a:pt x="875" y="187"/>
                    <a:pt x="875" y="187"/>
                    <a:pt x="875" y="187"/>
                  </a:cubicBezTo>
                  <a:cubicBezTo>
                    <a:pt x="782" y="62"/>
                    <a:pt x="657" y="0"/>
                    <a:pt x="500" y="0"/>
                  </a:cubicBezTo>
                  <a:cubicBezTo>
                    <a:pt x="250" y="0"/>
                    <a:pt x="94" y="156"/>
                    <a:pt x="94" y="344"/>
                  </a:cubicBezTo>
                  <a:cubicBezTo>
                    <a:pt x="94" y="594"/>
                    <a:pt x="313" y="687"/>
                    <a:pt x="500" y="750"/>
                  </a:cubicBezTo>
                  <a:cubicBezTo>
                    <a:pt x="625" y="781"/>
                    <a:pt x="719" y="844"/>
                    <a:pt x="719" y="937"/>
                  </a:cubicBezTo>
                  <a:cubicBezTo>
                    <a:pt x="719" y="1062"/>
                    <a:pt x="657" y="1156"/>
                    <a:pt x="500" y="1156"/>
                  </a:cubicBezTo>
                  <a:cubicBezTo>
                    <a:pt x="375" y="1156"/>
                    <a:pt x="282" y="1062"/>
                    <a:pt x="188" y="875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4" y="1187"/>
                    <a:pt x="250" y="1344"/>
                    <a:pt x="500" y="1344"/>
                  </a:cubicBezTo>
                  <a:cubicBezTo>
                    <a:pt x="782" y="1344"/>
                    <a:pt x="938" y="1187"/>
                    <a:pt x="938" y="937"/>
                  </a:cubicBezTo>
                  <a:cubicBezTo>
                    <a:pt x="938" y="531"/>
                    <a:pt x="313" y="594"/>
                    <a:pt x="313" y="34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4" name="Freeform 15">
              <a:extLst>
                <a:ext uri="{FF2B5EF4-FFF2-40B4-BE49-F238E27FC236}">
                  <a16:creationId xmlns:a16="http://schemas.microsoft.com/office/drawing/2014/main" id="{5695A4DF-5252-0088-EB5C-4FCC3C91B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500" y="567213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12 h 1813"/>
                <a:gd name="T8" fmla="*/ 1094 w 1501"/>
                <a:gd name="T9" fmla="*/ 1312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093 h 1813"/>
                <a:gd name="T20" fmla="*/ 750 w 1501"/>
                <a:gd name="T21" fmla="*/ 281 h 1813"/>
                <a:gd name="T22" fmla="*/ 1031 w 1501"/>
                <a:gd name="T23" fmla="*/ 1093 h 1813"/>
                <a:gd name="T24" fmla="*/ 469 w 1501"/>
                <a:gd name="T25" fmla="*/ 1093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12"/>
                  </a:lnTo>
                  <a:lnTo>
                    <a:pt x="1094" y="1312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093"/>
                  </a:moveTo>
                  <a:lnTo>
                    <a:pt x="750" y="281"/>
                  </a:lnTo>
                  <a:lnTo>
                    <a:pt x="1031" y="1093"/>
                  </a:lnTo>
                  <a:lnTo>
                    <a:pt x="469" y="1093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4E3E5AAE-F51A-949B-368D-E50CDEF6A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250" y="5986463"/>
              <a:ext cx="315913" cy="79375"/>
            </a:xfrm>
            <a:custGeom>
              <a:avLst/>
              <a:gdLst>
                <a:gd name="T0" fmla="*/ 0 w 876"/>
                <a:gd name="T1" fmla="*/ 218 h 219"/>
                <a:gd name="T2" fmla="*/ 875 w 876"/>
                <a:gd name="T3" fmla="*/ 218 h 219"/>
                <a:gd name="T4" fmla="*/ 875 w 876"/>
                <a:gd name="T5" fmla="*/ 0 h 219"/>
                <a:gd name="T6" fmla="*/ 0 w 876"/>
                <a:gd name="T7" fmla="*/ 0 h 219"/>
                <a:gd name="T8" fmla="*/ 0 w 876"/>
                <a:gd name="T9" fmla="*/ 218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6" h="219">
                  <a:moveTo>
                    <a:pt x="0" y="218"/>
                  </a:moveTo>
                  <a:lnTo>
                    <a:pt x="875" y="218"/>
                  </a:lnTo>
                  <a:lnTo>
                    <a:pt x="875" y="0"/>
                  </a:lnTo>
                  <a:lnTo>
                    <a:pt x="0" y="0"/>
                  </a:lnTo>
                  <a:lnTo>
                    <a:pt x="0" y="21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6" name="Freeform 17">
              <a:extLst>
                <a:ext uri="{FF2B5EF4-FFF2-40B4-BE49-F238E27FC236}">
                  <a16:creationId xmlns:a16="http://schemas.microsoft.com/office/drawing/2014/main" id="{251DF5B5-3347-2A8D-3331-AFC72792E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3" y="5661025"/>
              <a:ext cx="382587" cy="663575"/>
            </a:xfrm>
            <a:custGeom>
              <a:avLst/>
              <a:gdLst>
                <a:gd name="T0" fmla="*/ 1000 w 1063"/>
                <a:gd name="T1" fmla="*/ 532 h 1845"/>
                <a:gd name="T2" fmla="*/ 719 w 1063"/>
                <a:gd name="T3" fmla="*/ 532 h 1845"/>
                <a:gd name="T4" fmla="*/ 219 w 1063"/>
                <a:gd name="T5" fmla="*/ 1094 h 1845"/>
                <a:gd name="T6" fmla="*/ 219 w 1063"/>
                <a:gd name="T7" fmla="*/ 0 h 1845"/>
                <a:gd name="T8" fmla="*/ 0 w 1063"/>
                <a:gd name="T9" fmla="*/ 0 h 1845"/>
                <a:gd name="T10" fmla="*/ 0 w 1063"/>
                <a:gd name="T11" fmla="*/ 1844 h 1845"/>
                <a:gd name="T12" fmla="*/ 219 w 1063"/>
                <a:gd name="T13" fmla="*/ 1844 h 1845"/>
                <a:gd name="T14" fmla="*/ 219 w 1063"/>
                <a:gd name="T15" fmla="*/ 1188 h 1845"/>
                <a:gd name="T16" fmla="*/ 781 w 1063"/>
                <a:gd name="T17" fmla="*/ 1844 h 1845"/>
                <a:gd name="T18" fmla="*/ 1062 w 1063"/>
                <a:gd name="T19" fmla="*/ 1844 h 1845"/>
                <a:gd name="T20" fmla="*/ 437 w 1063"/>
                <a:gd name="T21" fmla="*/ 1125 h 1845"/>
                <a:gd name="T22" fmla="*/ 1000 w 1063"/>
                <a:gd name="T23" fmla="*/ 532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5">
                  <a:moveTo>
                    <a:pt x="1000" y="532"/>
                  </a:moveTo>
                  <a:lnTo>
                    <a:pt x="719" y="532"/>
                  </a:lnTo>
                  <a:lnTo>
                    <a:pt x="219" y="1094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4"/>
                  </a:lnTo>
                  <a:lnTo>
                    <a:pt x="219" y="1844"/>
                  </a:lnTo>
                  <a:lnTo>
                    <a:pt x="219" y="1188"/>
                  </a:lnTo>
                  <a:lnTo>
                    <a:pt x="781" y="1844"/>
                  </a:lnTo>
                  <a:lnTo>
                    <a:pt x="1062" y="1844"/>
                  </a:lnTo>
                  <a:lnTo>
                    <a:pt x="437" y="1125"/>
                  </a:lnTo>
                  <a:lnTo>
                    <a:pt x="1000" y="53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7" name="Freeform 18">
              <a:extLst>
                <a:ext uri="{FF2B5EF4-FFF2-40B4-BE49-F238E27FC236}">
                  <a16:creationId xmlns:a16="http://schemas.microsoft.com/office/drawing/2014/main" id="{E618DCDF-1A51-125E-3E18-E59730703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5840413"/>
              <a:ext cx="371475" cy="495300"/>
            </a:xfrm>
            <a:custGeom>
              <a:avLst/>
              <a:gdLst>
                <a:gd name="T0" fmla="*/ 499 w 1031"/>
                <a:gd name="T1" fmla="*/ 0 h 1376"/>
                <a:gd name="T2" fmla="*/ 499 w 1031"/>
                <a:gd name="T3" fmla="*/ 0 h 1376"/>
                <a:gd name="T4" fmla="*/ 31 w 1031"/>
                <a:gd name="T5" fmla="*/ 375 h 1376"/>
                <a:gd name="T6" fmla="*/ 250 w 1031"/>
                <a:gd name="T7" fmla="*/ 407 h 1376"/>
                <a:gd name="T8" fmla="*/ 499 w 1031"/>
                <a:gd name="T9" fmla="*/ 219 h 1376"/>
                <a:gd name="T10" fmla="*/ 811 w 1031"/>
                <a:gd name="T11" fmla="*/ 469 h 1376"/>
                <a:gd name="T12" fmla="*/ 811 w 1031"/>
                <a:gd name="T13" fmla="*/ 532 h 1376"/>
                <a:gd name="T14" fmla="*/ 592 w 1031"/>
                <a:gd name="T15" fmla="*/ 532 h 1376"/>
                <a:gd name="T16" fmla="*/ 0 w 1031"/>
                <a:gd name="T17" fmla="*/ 969 h 1376"/>
                <a:gd name="T18" fmla="*/ 405 w 1031"/>
                <a:gd name="T19" fmla="*/ 1375 h 1376"/>
                <a:gd name="T20" fmla="*/ 811 w 1031"/>
                <a:gd name="T21" fmla="*/ 1157 h 1376"/>
                <a:gd name="T22" fmla="*/ 842 w 1031"/>
                <a:gd name="T23" fmla="*/ 1344 h 1376"/>
                <a:gd name="T24" fmla="*/ 1030 w 1031"/>
                <a:gd name="T25" fmla="*/ 1344 h 1376"/>
                <a:gd name="T26" fmla="*/ 1030 w 1031"/>
                <a:gd name="T27" fmla="*/ 500 h 1376"/>
                <a:gd name="T28" fmla="*/ 499 w 1031"/>
                <a:gd name="T29" fmla="*/ 0 h 1376"/>
                <a:gd name="T30" fmla="*/ 811 w 1031"/>
                <a:gd name="T31" fmla="*/ 750 h 1376"/>
                <a:gd name="T32" fmla="*/ 811 w 1031"/>
                <a:gd name="T33" fmla="*/ 750 h 1376"/>
                <a:gd name="T34" fmla="*/ 686 w 1031"/>
                <a:gd name="T35" fmla="*/ 1063 h 1376"/>
                <a:gd name="T36" fmla="*/ 436 w 1031"/>
                <a:gd name="T37" fmla="*/ 1157 h 1376"/>
                <a:gd name="T38" fmla="*/ 218 w 1031"/>
                <a:gd name="T39" fmla="*/ 969 h 1376"/>
                <a:gd name="T40" fmla="*/ 561 w 1031"/>
                <a:gd name="T41" fmla="*/ 719 h 1376"/>
                <a:gd name="T42" fmla="*/ 811 w 1031"/>
                <a:gd name="T43" fmla="*/ 719 h 1376"/>
                <a:gd name="T44" fmla="*/ 499 w 1031"/>
                <a:gd name="T45" fmla="*/ 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1" h="1376">
                  <a:moveTo>
                    <a:pt x="499" y="0"/>
                  </a:moveTo>
                  <a:lnTo>
                    <a:pt x="499" y="0"/>
                  </a:lnTo>
                  <a:cubicBezTo>
                    <a:pt x="250" y="0"/>
                    <a:pt x="93" y="157"/>
                    <a:pt x="31" y="375"/>
                  </a:cubicBezTo>
                  <a:cubicBezTo>
                    <a:pt x="250" y="407"/>
                    <a:pt x="250" y="407"/>
                    <a:pt x="250" y="407"/>
                  </a:cubicBezTo>
                  <a:cubicBezTo>
                    <a:pt x="281" y="282"/>
                    <a:pt x="374" y="219"/>
                    <a:pt x="499" y="219"/>
                  </a:cubicBezTo>
                  <a:cubicBezTo>
                    <a:pt x="686" y="219"/>
                    <a:pt x="811" y="313"/>
                    <a:pt x="811" y="469"/>
                  </a:cubicBezTo>
                  <a:cubicBezTo>
                    <a:pt x="811" y="532"/>
                    <a:pt x="811" y="532"/>
                    <a:pt x="811" y="532"/>
                  </a:cubicBezTo>
                  <a:cubicBezTo>
                    <a:pt x="592" y="532"/>
                    <a:pt x="592" y="532"/>
                    <a:pt x="592" y="532"/>
                  </a:cubicBezTo>
                  <a:cubicBezTo>
                    <a:pt x="218" y="532"/>
                    <a:pt x="0" y="688"/>
                    <a:pt x="0" y="969"/>
                  </a:cubicBezTo>
                  <a:cubicBezTo>
                    <a:pt x="0" y="1219"/>
                    <a:pt x="156" y="1375"/>
                    <a:pt x="405" y="1375"/>
                  </a:cubicBezTo>
                  <a:cubicBezTo>
                    <a:pt x="561" y="1375"/>
                    <a:pt x="717" y="1282"/>
                    <a:pt x="811" y="1157"/>
                  </a:cubicBezTo>
                  <a:cubicBezTo>
                    <a:pt x="842" y="1344"/>
                    <a:pt x="842" y="1344"/>
                    <a:pt x="842" y="1344"/>
                  </a:cubicBezTo>
                  <a:cubicBezTo>
                    <a:pt x="1030" y="1344"/>
                    <a:pt x="1030" y="1344"/>
                    <a:pt x="1030" y="1344"/>
                  </a:cubicBezTo>
                  <a:cubicBezTo>
                    <a:pt x="1030" y="500"/>
                    <a:pt x="1030" y="500"/>
                    <a:pt x="1030" y="500"/>
                  </a:cubicBezTo>
                  <a:cubicBezTo>
                    <a:pt x="1030" y="157"/>
                    <a:pt x="811" y="0"/>
                    <a:pt x="499" y="0"/>
                  </a:cubicBezTo>
                  <a:lnTo>
                    <a:pt x="811" y="750"/>
                  </a:lnTo>
                  <a:lnTo>
                    <a:pt x="811" y="750"/>
                  </a:lnTo>
                  <a:cubicBezTo>
                    <a:pt x="811" y="907"/>
                    <a:pt x="749" y="1000"/>
                    <a:pt x="686" y="1063"/>
                  </a:cubicBezTo>
                  <a:cubicBezTo>
                    <a:pt x="624" y="1125"/>
                    <a:pt x="530" y="1157"/>
                    <a:pt x="436" y="1157"/>
                  </a:cubicBezTo>
                  <a:cubicBezTo>
                    <a:pt x="281" y="1157"/>
                    <a:pt x="218" y="1094"/>
                    <a:pt x="218" y="969"/>
                  </a:cubicBezTo>
                  <a:cubicBezTo>
                    <a:pt x="218" y="813"/>
                    <a:pt x="343" y="719"/>
                    <a:pt x="561" y="719"/>
                  </a:cubicBezTo>
                  <a:cubicBezTo>
                    <a:pt x="811" y="719"/>
                    <a:pt x="811" y="719"/>
                    <a:pt x="811" y="719"/>
                  </a:cubicBezTo>
                  <a:lnTo>
                    <a:pt x="49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8" name="Freeform 19">
              <a:extLst>
                <a:ext uri="{FF2B5EF4-FFF2-40B4-BE49-F238E27FC236}">
                  <a16:creationId xmlns:a16="http://schemas.microsoft.com/office/drawing/2014/main" id="{93616472-8C40-DC27-055B-F7596634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5840413"/>
              <a:ext cx="338138" cy="495300"/>
            </a:xfrm>
            <a:custGeom>
              <a:avLst/>
              <a:gdLst>
                <a:gd name="T0" fmla="*/ 313 w 939"/>
                <a:gd name="T1" fmla="*/ 375 h 1376"/>
                <a:gd name="T2" fmla="*/ 313 w 939"/>
                <a:gd name="T3" fmla="*/ 375 h 1376"/>
                <a:gd name="T4" fmla="*/ 469 w 939"/>
                <a:gd name="T5" fmla="*/ 219 h 1376"/>
                <a:gd name="T6" fmla="*/ 719 w 939"/>
                <a:gd name="T7" fmla="*/ 344 h 1376"/>
                <a:gd name="T8" fmla="*/ 875 w 939"/>
                <a:gd name="T9" fmla="*/ 219 h 1376"/>
                <a:gd name="T10" fmla="*/ 469 w 939"/>
                <a:gd name="T11" fmla="*/ 0 h 1376"/>
                <a:gd name="T12" fmla="*/ 94 w 939"/>
                <a:gd name="T13" fmla="*/ 375 h 1376"/>
                <a:gd name="T14" fmla="*/ 500 w 939"/>
                <a:gd name="T15" fmla="*/ 782 h 1376"/>
                <a:gd name="T16" fmla="*/ 688 w 939"/>
                <a:gd name="T17" fmla="*/ 969 h 1376"/>
                <a:gd name="T18" fmla="*/ 500 w 939"/>
                <a:gd name="T19" fmla="*/ 1157 h 1376"/>
                <a:gd name="T20" fmla="*/ 188 w 939"/>
                <a:gd name="T21" fmla="*/ 907 h 1376"/>
                <a:gd name="T22" fmla="*/ 0 w 939"/>
                <a:gd name="T23" fmla="*/ 1000 h 1376"/>
                <a:gd name="T24" fmla="*/ 500 w 939"/>
                <a:gd name="T25" fmla="*/ 1375 h 1376"/>
                <a:gd name="T26" fmla="*/ 938 w 939"/>
                <a:gd name="T27" fmla="*/ 938 h 1376"/>
                <a:gd name="T28" fmla="*/ 313 w 939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76">
                  <a:moveTo>
                    <a:pt x="313" y="375"/>
                  </a:moveTo>
                  <a:lnTo>
                    <a:pt x="313" y="375"/>
                  </a:lnTo>
                  <a:cubicBezTo>
                    <a:pt x="313" y="282"/>
                    <a:pt x="375" y="219"/>
                    <a:pt x="469" y="219"/>
                  </a:cubicBezTo>
                  <a:cubicBezTo>
                    <a:pt x="563" y="219"/>
                    <a:pt x="625" y="250"/>
                    <a:pt x="719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25" y="0"/>
                    <a:pt x="469" y="0"/>
                  </a:cubicBezTo>
                  <a:cubicBezTo>
                    <a:pt x="250" y="0"/>
                    <a:pt x="94" y="157"/>
                    <a:pt x="94" y="375"/>
                  </a:cubicBezTo>
                  <a:cubicBezTo>
                    <a:pt x="94" y="625"/>
                    <a:pt x="313" y="719"/>
                    <a:pt x="500" y="782"/>
                  </a:cubicBezTo>
                  <a:cubicBezTo>
                    <a:pt x="594" y="813"/>
                    <a:pt x="688" y="875"/>
                    <a:pt x="688" y="969"/>
                  </a:cubicBezTo>
                  <a:cubicBezTo>
                    <a:pt x="688" y="1094"/>
                    <a:pt x="625" y="1157"/>
                    <a:pt x="500" y="1157"/>
                  </a:cubicBezTo>
                  <a:cubicBezTo>
                    <a:pt x="344" y="1157"/>
                    <a:pt x="250" y="1094"/>
                    <a:pt x="188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63" y="1219"/>
                    <a:pt x="250" y="1375"/>
                    <a:pt x="500" y="1375"/>
                  </a:cubicBezTo>
                  <a:cubicBezTo>
                    <a:pt x="750" y="1375"/>
                    <a:pt x="938" y="1219"/>
                    <a:pt x="938" y="938"/>
                  </a:cubicBezTo>
                  <a:cubicBezTo>
                    <a:pt x="938" y="563"/>
                    <a:pt x="313" y="594"/>
                    <a:pt x="313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9" name="Freeform 20">
              <a:extLst>
                <a:ext uri="{FF2B5EF4-FFF2-40B4-BE49-F238E27FC236}">
                  <a16:creationId xmlns:a16="http://schemas.microsoft.com/office/drawing/2014/main" id="{059B25C2-567C-3D56-2315-BB77BBEC9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388" y="5840413"/>
              <a:ext cx="338137" cy="495300"/>
            </a:xfrm>
            <a:custGeom>
              <a:avLst/>
              <a:gdLst>
                <a:gd name="T0" fmla="*/ 312 w 938"/>
                <a:gd name="T1" fmla="*/ 375 h 1376"/>
                <a:gd name="T2" fmla="*/ 312 w 938"/>
                <a:gd name="T3" fmla="*/ 375 h 1376"/>
                <a:gd name="T4" fmla="*/ 468 w 938"/>
                <a:gd name="T5" fmla="*/ 219 h 1376"/>
                <a:gd name="T6" fmla="*/ 718 w 938"/>
                <a:gd name="T7" fmla="*/ 344 h 1376"/>
                <a:gd name="T8" fmla="*/ 875 w 938"/>
                <a:gd name="T9" fmla="*/ 219 h 1376"/>
                <a:gd name="T10" fmla="*/ 500 w 938"/>
                <a:gd name="T11" fmla="*/ 0 h 1376"/>
                <a:gd name="T12" fmla="*/ 93 w 938"/>
                <a:gd name="T13" fmla="*/ 375 h 1376"/>
                <a:gd name="T14" fmla="*/ 500 w 938"/>
                <a:gd name="T15" fmla="*/ 782 h 1376"/>
                <a:gd name="T16" fmla="*/ 718 w 938"/>
                <a:gd name="T17" fmla="*/ 969 h 1376"/>
                <a:gd name="T18" fmla="*/ 500 w 938"/>
                <a:gd name="T19" fmla="*/ 1157 h 1376"/>
                <a:gd name="T20" fmla="*/ 187 w 938"/>
                <a:gd name="T21" fmla="*/ 907 h 1376"/>
                <a:gd name="T22" fmla="*/ 0 w 938"/>
                <a:gd name="T23" fmla="*/ 1000 h 1376"/>
                <a:gd name="T24" fmla="*/ 500 w 938"/>
                <a:gd name="T25" fmla="*/ 1375 h 1376"/>
                <a:gd name="T26" fmla="*/ 937 w 938"/>
                <a:gd name="T27" fmla="*/ 938 h 1376"/>
                <a:gd name="T28" fmla="*/ 312 w 938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8" h="1376">
                  <a:moveTo>
                    <a:pt x="312" y="375"/>
                  </a:moveTo>
                  <a:lnTo>
                    <a:pt x="312" y="375"/>
                  </a:lnTo>
                  <a:cubicBezTo>
                    <a:pt x="312" y="282"/>
                    <a:pt x="375" y="219"/>
                    <a:pt x="468" y="219"/>
                  </a:cubicBezTo>
                  <a:cubicBezTo>
                    <a:pt x="562" y="219"/>
                    <a:pt x="625" y="250"/>
                    <a:pt x="718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56" y="0"/>
                    <a:pt x="500" y="0"/>
                  </a:cubicBezTo>
                  <a:cubicBezTo>
                    <a:pt x="249" y="0"/>
                    <a:pt x="93" y="157"/>
                    <a:pt x="93" y="375"/>
                  </a:cubicBezTo>
                  <a:cubicBezTo>
                    <a:pt x="93" y="625"/>
                    <a:pt x="312" y="719"/>
                    <a:pt x="500" y="782"/>
                  </a:cubicBezTo>
                  <a:cubicBezTo>
                    <a:pt x="625" y="813"/>
                    <a:pt x="718" y="875"/>
                    <a:pt x="718" y="969"/>
                  </a:cubicBezTo>
                  <a:cubicBezTo>
                    <a:pt x="718" y="1094"/>
                    <a:pt x="625" y="1157"/>
                    <a:pt x="500" y="1157"/>
                  </a:cubicBezTo>
                  <a:cubicBezTo>
                    <a:pt x="375" y="1157"/>
                    <a:pt x="249" y="1094"/>
                    <a:pt x="187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3" y="1219"/>
                    <a:pt x="249" y="1375"/>
                    <a:pt x="500" y="1375"/>
                  </a:cubicBezTo>
                  <a:cubicBezTo>
                    <a:pt x="750" y="1375"/>
                    <a:pt x="937" y="1219"/>
                    <a:pt x="937" y="938"/>
                  </a:cubicBezTo>
                  <a:cubicBezTo>
                    <a:pt x="937" y="563"/>
                    <a:pt x="312" y="594"/>
                    <a:pt x="312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90" name="Freeform 22">
              <a:extLst>
                <a:ext uri="{FF2B5EF4-FFF2-40B4-BE49-F238E27FC236}">
                  <a16:creationId xmlns:a16="http://schemas.microsoft.com/office/drawing/2014/main" id="{15BC1445-761E-77CC-DD58-4DE3479C6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868363"/>
              <a:ext cx="2947987" cy="3622675"/>
            </a:xfrm>
            <a:custGeom>
              <a:avLst/>
              <a:gdLst>
                <a:gd name="T0" fmla="*/ 4093 w 8188"/>
                <a:gd name="T1" fmla="*/ 1625 h 10062"/>
                <a:gd name="T2" fmla="*/ 6905 w 8188"/>
                <a:gd name="T3" fmla="*/ 10061 h 10062"/>
                <a:gd name="T4" fmla="*/ 8187 w 8188"/>
                <a:gd name="T5" fmla="*/ 10061 h 10062"/>
                <a:gd name="T6" fmla="*/ 4687 w 8188"/>
                <a:gd name="T7" fmla="*/ 0 h 10062"/>
                <a:gd name="T8" fmla="*/ 3500 w 8188"/>
                <a:gd name="T9" fmla="*/ 0 h 10062"/>
                <a:gd name="T10" fmla="*/ 0 w 8188"/>
                <a:gd name="T11" fmla="*/ 10061 h 10062"/>
                <a:gd name="T12" fmla="*/ 1281 w 8188"/>
                <a:gd name="T13" fmla="*/ 10061 h 10062"/>
                <a:gd name="T14" fmla="*/ 4093 w 8188"/>
                <a:gd name="T15" fmla="*/ 1625 h 10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88" h="10062">
                  <a:moveTo>
                    <a:pt x="4093" y="1625"/>
                  </a:moveTo>
                  <a:lnTo>
                    <a:pt x="6905" y="10061"/>
                  </a:lnTo>
                  <a:lnTo>
                    <a:pt x="8187" y="10061"/>
                  </a:lnTo>
                  <a:lnTo>
                    <a:pt x="4687" y="0"/>
                  </a:lnTo>
                  <a:lnTo>
                    <a:pt x="3500" y="0"/>
                  </a:lnTo>
                  <a:lnTo>
                    <a:pt x="0" y="10061"/>
                  </a:lnTo>
                  <a:lnTo>
                    <a:pt x="1281" y="10061"/>
                  </a:lnTo>
                  <a:lnTo>
                    <a:pt x="4093" y="162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91" name="Freeform 23">
              <a:extLst>
                <a:ext uri="{FF2B5EF4-FFF2-40B4-BE49-F238E27FC236}">
                  <a16:creationId xmlns:a16="http://schemas.microsoft.com/office/drawing/2014/main" id="{730B42F2-0B05-3C95-15AE-62A46124F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0638" y="2770188"/>
              <a:ext cx="3295650" cy="1068387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92" name="Freeform 10">
              <a:extLst>
                <a:ext uri="{FF2B5EF4-FFF2-40B4-BE49-F238E27FC236}">
                  <a16:creationId xmlns:a16="http://schemas.microsoft.com/office/drawing/2014/main" id="{C510238A-E23E-BCCB-32CB-8C955E451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0545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93" name="Freeform 10">
              <a:extLst>
                <a:ext uri="{FF2B5EF4-FFF2-40B4-BE49-F238E27FC236}">
                  <a16:creationId xmlns:a16="http://schemas.microsoft.com/office/drawing/2014/main" id="{588118D1-71FC-2CA3-BC47-1103355EB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6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94" name="Freeform 10">
              <a:extLst>
                <a:ext uri="{FF2B5EF4-FFF2-40B4-BE49-F238E27FC236}">
                  <a16:creationId xmlns:a16="http://schemas.microsoft.com/office/drawing/2014/main" id="{C0C76DCC-6309-0674-7407-8DDFBDE23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9765" y="5856056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</p:grpSp>
      <p:sp>
        <p:nvSpPr>
          <p:cNvPr id="108" name="Pladsholder til billede 107">
            <a:extLst>
              <a:ext uri="{FF2B5EF4-FFF2-40B4-BE49-F238E27FC236}">
                <a16:creationId xmlns:a16="http://schemas.microsoft.com/office/drawing/2014/main" id="{034F0DAA-174D-B26F-C69F-C1307BBEFD4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00350" y="1208744"/>
            <a:ext cx="7919576" cy="4551343"/>
          </a:xfrm>
          <a:custGeom>
            <a:avLst/>
            <a:gdLst>
              <a:gd name="connsiteX0" fmla="*/ 0 w 7919576"/>
              <a:gd name="connsiteY0" fmla="*/ 0 h 4551343"/>
              <a:gd name="connsiteX1" fmla="*/ 7919576 w 7919576"/>
              <a:gd name="connsiteY1" fmla="*/ 0 h 4551343"/>
              <a:gd name="connsiteX2" fmla="*/ 7919576 w 7919576"/>
              <a:gd name="connsiteY2" fmla="*/ 4463079 h 4551343"/>
              <a:gd name="connsiteX3" fmla="*/ 7827954 w 7919576"/>
              <a:gd name="connsiteY3" fmla="*/ 4551343 h 4551343"/>
              <a:gd name="connsiteX4" fmla="*/ 91622 w 7919576"/>
              <a:gd name="connsiteY4" fmla="*/ 4551343 h 4551343"/>
              <a:gd name="connsiteX5" fmla="*/ 0 w 7919576"/>
              <a:gd name="connsiteY5" fmla="*/ 4463079 h 4551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19576" h="4551343">
                <a:moveTo>
                  <a:pt x="0" y="0"/>
                </a:moveTo>
                <a:lnTo>
                  <a:pt x="7919576" y="0"/>
                </a:lnTo>
                <a:lnTo>
                  <a:pt x="7919576" y="4463079"/>
                </a:lnTo>
                <a:cubicBezTo>
                  <a:pt x="7919576" y="4511825"/>
                  <a:pt x="7878556" y="4551343"/>
                  <a:pt x="7827954" y="4551343"/>
                </a:cubicBezTo>
                <a:lnTo>
                  <a:pt x="91622" y="4551343"/>
                </a:lnTo>
                <a:cubicBezTo>
                  <a:pt x="41021" y="4551343"/>
                  <a:pt x="0" y="4511826"/>
                  <a:pt x="0" y="446307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 i="0">
                <a:latin typeface="Apercu Pro" panose="020B0503050601040103" pitchFamily="34" charset="0"/>
              </a:defRPr>
            </a:lvl1pPr>
          </a:lstStyle>
          <a:p>
            <a:r>
              <a:rPr lang="da-DK" dirty="0"/>
              <a:t>Klik på ikonet og indsæt skærmprint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109" name="Kombinationstegning 108">
            <a:extLst>
              <a:ext uri="{FF2B5EF4-FFF2-40B4-BE49-F238E27FC236}">
                <a16:creationId xmlns:a16="http://schemas.microsoft.com/office/drawing/2014/main" id="{2818A2ED-BC4D-7EAF-CDF4-B5E8F2E209FC}"/>
              </a:ext>
            </a:extLst>
          </p:cNvPr>
          <p:cNvSpPr/>
          <p:nvPr userDrawn="1"/>
        </p:nvSpPr>
        <p:spPr>
          <a:xfrm>
            <a:off x="3821861" y="833449"/>
            <a:ext cx="3884409" cy="261932"/>
          </a:xfrm>
          <a:custGeom>
            <a:avLst/>
            <a:gdLst>
              <a:gd name="connsiteX0" fmla="*/ 3829734 w 3884409"/>
              <a:gd name="connsiteY0" fmla="*/ 0 h 261932"/>
              <a:gd name="connsiteX1" fmla="*/ 3884410 w 3884409"/>
              <a:gd name="connsiteY1" fmla="*/ 54613 h 261932"/>
              <a:gd name="connsiteX2" fmla="*/ 3884410 w 3884409"/>
              <a:gd name="connsiteY2" fmla="*/ 207319 h 261932"/>
              <a:gd name="connsiteX3" fmla="*/ 3829734 w 3884409"/>
              <a:gd name="connsiteY3" fmla="*/ 261933 h 261932"/>
              <a:gd name="connsiteX4" fmla="*/ 54676 w 3884409"/>
              <a:gd name="connsiteY4" fmla="*/ 261933 h 261932"/>
              <a:gd name="connsiteX5" fmla="*/ 0 w 3884409"/>
              <a:gd name="connsiteY5" fmla="*/ 207319 h 261932"/>
              <a:gd name="connsiteX6" fmla="*/ 0 w 3884409"/>
              <a:gd name="connsiteY6" fmla="*/ 54614 h 261932"/>
              <a:gd name="connsiteX7" fmla="*/ 54676 w 3884409"/>
              <a:gd name="connsiteY7" fmla="*/ 0 h 261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84409" h="261932">
                <a:moveTo>
                  <a:pt x="3829734" y="0"/>
                </a:moveTo>
                <a:cubicBezTo>
                  <a:pt x="3859931" y="0"/>
                  <a:pt x="3884410" y="24451"/>
                  <a:pt x="3884410" y="54613"/>
                </a:cubicBezTo>
                <a:lnTo>
                  <a:pt x="3884410" y="207319"/>
                </a:lnTo>
                <a:cubicBezTo>
                  <a:pt x="3884410" y="237481"/>
                  <a:pt x="3859931" y="261933"/>
                  <a:pt x="3829734" y="261933"/>
                </a:cubicBezTo>
                <a:lnTo>
                  <a:pt x="54676" y="261933"/>
                </a:lnTo>
                <a:cubicBezTo>
                  <a:pt x="24479" y="261933"/>
                  <a:pt x="0" y="237481"/>
                  <a:pt x="0" y="207319"/>
                </a:cubicBezTo>
                <a:lnTo>
                  <a:pt x="0" y="54614"/>
                </a:lnTo>
                <a:cubicBezTo>
                  <a:pt x="0" y="24451"/>
                  <a:pt x="24479" y="0"/>
                  <a:pt x="54676" y="0"/>
                </a:cubicBezTo>
                <a:close/>
              </a:path>
            </a:pathLst>
          </a:custGeom>
          <a:solidFill>
            <a:schemeClr val="bg1"/>
          </a:solidFill>
          <a:ln w="10610" cap="flat">
            <a:noFill/>
            <a:prstDash val="solid"/>
            <a:miter/>
          </a:ln>
        </p:spPr>
        <p:txBody>
          <a:bodyPr rtlCol="0" anchor="ctr"/>
          <a:lstStyle/>
          <a:p>
            <a:endParaRPr lang="da-DK"/>
          </a:p>
        </p:txBody>
      </p:sp>
      <p:sp>
        <p:nvSpPr>
          <p:cNvPr id="110" name="Kombinationstegning 109">
            <a:extLst>
              <a:ext uri="{FF2B5EF4-FFF2-40B4-BE49-F238E27FC236}">
                <a16:creationId xmlns:a16="http://schemas.microsoft.com/office/drawing/2014/main" id="{0B503A96-3067-E610-3DE5-53C3297F1119}"/>
              </a:ext>
            </a:extLst>
          </p:cNvPr>
          <p:cNvSpPr/>
          <p:nvPr userDrawn="1"/>
        </p:nvSpPr>
        <p:spPr>
          <a:xfrm>
            <a:off x="1970959" y="909590"/>
            <a:ext cx="109775" cy="109651"/>
          </a:xfrm>
          <a:custGeom>
            <a:avLst/>
            <a:gdLst>
              <a:gd name="connsiteX0" fmla="*/ 109776 w 109775"/>
              <a:gd name="connsiteY0" fmla="*/ 54826 h 109651"/>
              <a:gd name="connsiteX1" fmla="*/ 54888 w 109775"/>
              <a:gd name="connsiteY1" fmla="*/ 109651 h 109651"/>
              <a:gd name="connsiteX2" fmla="*/ 0 w 109775"/>
              <a:gd name="connsiteY2" fmla="*/ 54826 h 109651"/>
              <a:gd name="connsiteX3" fmla="*/ 54888 w 109775"/>
              <a:gd name="connsiteY3" fmla="*/ 0 h 109651"/>
              <a:gd name="connsiteX4" fmla="*/ 109776 w 109775"/>
              <a:gd name="connsiteY4" fmla="*/ 54826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75" h="109651">
                <a:moveTo>
                  <a:pt x="109776" y="54826"/>
                </a:moveTo>
                <a:cubicBezTo>
                  <a:pt x="109776" y="85049"/>
                  <a:pt x="85251" y="109651"/>
                  <a:pt x="54888" y="109651"/>
                </a:cubicBezTo>
                <a:cubicBezTo>
                  <a:pt x="24524" y="109651"/>
                  <a:pt x="0" y="85155"/>
                  <a:pt x="0" y="54826"/>
                </a:cubicBezTo>
                <a:cubicBezTo>
                  <a:pt x="0" y="24497"/>
                  <a:pt x="24524" y="0"/>
                  <a:pt x="54888" y="0"/>
                </a:cubicBezTo>
                <a:cubicBezTo>
                  <a:pt x="85251" y="0"/>
                  <a:pt x="109776" y="24497"/>
                  <a:pt x="109776" y="54826"/>
                </a:cubicBezTo>
                <a:close/>
              </a:path>
            </a:pathLst>
          </a:custGeom>
          <a:solidFill>
            <a:schemeClr val="bg1">
              <a:lumMod val="90000"/>
            </a:schemeClr>
          </a:solidFill>
          <a:ln w="10610" cap="flat">
            <a:noFill/>
            <a:prstDash val="solid"/>
            <a:miter/>
          </a:ln>
        </p:spPr>
        <p:txBody>
          <a:bodyPr rtlCol="0" anchor="ctr"/>
          <a:lstStyle/>
          <a:p>
            <a:endParaRPr lang="da-DK"/>
          </a:p>
        </p:txBody>
      </p:sp>
      <p:sp>
        <p:nvSpPr>
          <p:cNvPr id="111" name="Kombinationstegning 110">
            <a:extLst>
              <a:ext uri="{FF2B5EF4-FFF2-40B4-BE49-F238E27FC236}">
                <a16:creationId xmlns:a16="http://schemas.microsoft.com/office/drawing/2014/main" id="{0785AC3B-1075-8E1B-60E9-FEE354B9843D}"/>
              </a:ext>
            </a:extLst>
          </p:cNvPr>
          <p:cNvSpPr/>
          <p:nvPr userDrawn="1"/>
        </p:nvSpPr>
        <p:spPr>
          <a:xfrm>
            <a:off x="2158873" y="909590"/>
            <a:ext cx="109775" cy="109651"/>
          </a:xfrm>
          <a:custGeom>
            <a:avLst/>
            <a:gdLst>
              <a:gd name="connsiteX0" fmla="*/ 109776 w 109775"/>
              <a:gd name="connsiteY0" fmla="*/ 54826 h 109651"/>
              <a:gd name="connsiteX1" fmla="*/ 54888 w 109775"/>
              <a:gd name="connsiteY1" fmla="*/ 109651 h 109651"/>
              <a:gd name="connsiteX2" fmla="*/ 0 w 109775"/>
              <a:gd name="connsiteY2" fmla="*/ 54826 h 109651"/>
              <a:gd name="connsiteX3" fmla="*/ 54888 w 109775"/>
              <a:gd name="connsiteY3" fmla="*/ 0 h 109651"/>
              <a:gd name="connsiteX4" fmla="*/ 109776 w 109775"/>
              <a:gd name="connsiteY4" fmla="*/ 54826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75" h="109651">
                <a:moveTo>
                  <a:pt x="109776" y="54826"/>
                </a:moveTo>
                <a:cubicBezTo>
                  <a:pt x="109776" y="85049"/>
                  <a:pt x="85252" y="109651"/>
                  <a:pt x="54888" y="109651"/>
                </a:cubicBezTo>
                <a:cubicBezTo>
                  <a:pt x="24524" y="109651"/>
                  <a:pt x="0" y="85155"/>
                  <a:pt x="0" y="54826"/>
                </a:cubicBezTo>
                <a:cubicBezTo>
                  <a:pt x="0" y="24497"/>
                  <a:pt x="24524" y="0"/>
                  <a:pt x="54888" y="0"/>
                </a:cubicBezTo>
                <a:cubicBezTo>
                  <a:pt x="85252" y="0"/>
                  <a:pt x="109776" y="24497"/>
                  <a:pt x="109776" y="54826"/>
                </a:cubicBezTo>
                <a:close/>
              </a:path>
            </a:pathLst>
          </a:custGeom>
          <a:solidFill>
            <a:schemeClr val="bg1"/>
          </a:solidFill>
          <a:ln w="10610" cap="flat">
            <a:noFill/>
            <a:prstDash val="solid"/>
            <a:miter/>
          </a:ln>
        </p:spPr>
        <p:txBody>
          <a:bodyPr rtlCol="0" anchor="ctr"/>
          <a:lstStyle/>
          <a:p>
            <a:endParaRPr lang="da-DK"/>
          </a:p>
        </p:txBody>
      </p:sp>
      <p:sp>
        <p:nvSpPr>
          <p:cNvPr id="112" name="Kombinationstegning 111">
            <a:extLst>
              <a:ext uri="{FF2B5EF4-FFF2-40B4-BE49-F238E27FC236}">
                <a16:creationId xmlns:a16="http://schemas.microsoft.com/office/drawing/2014/main" id="{DE8648E3-6284-E71C-4FA6-889D2AD0326E}"/>
              </a:ext>
            </a:extLst>
          </p:cNvPr>
          <p:cNvSpPr/>
          <p:nvPr userDrawn="1"/>
        </p:nvSpPr>
        <p:spPr>
          <a:xfrm>
            <a:off x="2346787" y="909590"/>
            <a:ext cx="109775" cy="109651"/>
          </a:xfrm>
          <a:custGeom>
            <a:avLst/>
            <a:gdLst>
              <a:gd name="connsiteX0" fmla="*/ 109776 w 109775"/>
              <a:gd name="connsiteY0" fmla="*/ 54826 h 109651"/>
              <a:gd name="connsiteX1" fmla="*/ 54888 w 109775"/>
              <a:gd name="connsiteY1" fmla="*/ 109651 h 109651"/>
              <a:gd name="connsiteX2" fmla="*/ 0 w 109775"/>
              <a:gd name="connsiteY2" fmla="*/ 54826 h 109651"/>
              <a:gd name="connsiteX3" fmla="*/ 54888 w 109775"/>
              <a:gd name="connsiteY3" fmla="*/ 0 h 109651"/>
              <a:gd name="connsiteX4" fmla="*/ 109776 w 109775"/>
              <a:gd name="connsiteY4" fmla="*/ 54826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75" h="109651">
                <a:moveTo>
                  <a:pt x="109776" y="54826"/>
                </a:moveTo>
                <a:cubicBezTo>
                  <a:pt x="109776" y="85049"/>
                  <a:pt x="85251" y="109651"/>
                  <a:pt x="54888" y="109651"/>
                </a:cubicBezTo>
                <a:cubicBezTo>
                  <a:pt x="24524" y="109651"/>
                  <a:pt x="0" y="85155"/>
                  <a:pt x="0" y="54826"/>
                </a:cubicBezTo>
                <a:cubicBezTo>
                  <a:pt x="0" y="24497"/>
                  <a:pt x="24524" y="0"/>
                  <a:pt x="54888" y="0"/>
                </a:cubicBezTo>
                <a:cubicBezTo>
                  <a:pt x="85251" y="0"/>
                  <a:pt x="109776" y="24497"/>
                  <a:pt x="109776" y="54826"/>
                </a:cubicBezTo>
                <a:close/>
              </a:path>
            </a:pathLst>
          </a:custGeom>
          <a:solidFill>
            <a:schemeClr val="bg1">
              <a:lumMod val="90000"/>
            </a:schemeClr>
          </a:solidFill>
          <a:ln w="10610" cap="flat">
            <a:noFill/>
            <a:prstDash val="solid"/>
            <a:miter/>
          </a:ln>
        </p:spPr>
        <p:txBody>
          <a:bodyPr rtlCol="0" anchor="ctr"/>
          <a:lstStyle/>
          <a:p>
            <a:endParaRPr lang="da-DK"/>
          </a:p>
        </p:txBody>
      </p:sp>
      <p:sp>
        <p:nvSpPr>
          <p:cNvPr id="113" name="Kombinationstegning 112">
            <a:extLst>
              <a:ext uri="{FF2B5EF4-FFF2-40B4-BE49-F238E27FC236}">
                <a16:creationId xmlns:a16="http://schemas.microsoft.com/office/drawing/2014/main" id="{C31323C9-CF62-1FD9-E345-C88F27294036}"/>
              </a:ext>
            </a:extLst>
          </p:cNvPr>
          <p:cNvSpPr>
            <a:spLocks noChangeAspect="1"/>
          </p:cNvSpPr>
          <p:nvPr userDrawn="1"/>
        </p:nvSpPr>
        <p:spPr>
          <a:xfrm>
            <a:off x="2730153" y="910415"/>
            <a:ext cx="58285" cy="108000"/>
          </a:xfrm>
          <a:custGeom>
            <a:avLst/>
            <a:gdLst>
              <a:gd name="connsiteX0" fmla="*/ 71238 w 77713"/>
              <a:gd name="connsiteY0" fmla="*/ 142313 h 142313"/>
              <a:gd name="connsiteX1" fmla="*/ 66672 w 77713"/>
              <a:gd name="connsiteY1" fmla="*/ 140404 h 142313"/>
              <a:gd name="connsiteX2" fmla="*/ 1911 w 77713"/>
              <a:gd name="connsiteY2" fmla="*/ 75717 h 142313"/>
              <a:gd name="connsiteX3" fmla="*/ 1911 w 77713"/>
              <a:gd name="connsiteY3" fmla="*/ 66597 h 142313"/>
              <a:gd name="connsiteX4" fmla="*/ 66672 w 77713"/>
              <a:gd name="connsiteY4" fmla="*/ 1909 h 142313"/>
              <a:gd name="connsiteX5" fmla="*/ 75803 w 77713"/>
              <a:gd name="connsiteY5" fmla="*/ 1909 h 142313"/>
              <a:gd name="connsiteX6" fmla="*/ 75803 w 77713"/>
              <a:gd name="connsiteY6" fmla="*/ 11029 h 142313"/>
              <a:gd name="connsiteX7" fmla="*/ 15606 w 77713"/>
              <a:gd name="connsiteY7" fmla="*/ 71157 h 142313"/>
              <a:gd name="connsiteX8" fmla="*/ 75803 w 77713"/>
              <a:gd name="connsiteY8" fmla="*/ 131284 h 142313"/>
              <a:gd name="connsiteX9" fmla="*/ 75803 w 77713"/>
              <a:gd name="connsiteY9" fmla="*/ 140404 h 142313"/>
              <a:gd name="connsiteX10" fmla="*/ 71238 w 77713"/>
              <a:gd name="connsiteY10" fmla="*/ 142313 h 142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7713" h="142313">
                <a:moveTo>
                  <a:pt x="71238" y="142313"/>
                </a:moveTo>
                <a:cubicBezTo>
                  <a:pt x="69539" y="142313"/>
                  <a:pt x="67946" y="141677"/>
                  <a:pt x="66672" y="140404"/>
                </a:cubicBezTo>
                <a:lnTo>
                  <a:pt x="1911" y="75717"/>
                </a:lnTo>
                <a:cubicBezTo>
                  <a:pt x="-637" y="73171"/>
                  <a:pt x="-637" y="69142"/>
                  <a:pt x="1911" y="66597"/>
                </a:cubicBezTo>
                <a:lnTo>
                  <a:pt x="66672" y="1909"/>
                </a:lnTo>
                <a:cubicBezTo>
                  <a:pt x="69220" y="-636"/>
                  <a:pt x="73255" y="-636"/>
                  <a:pt x="75803" y="1909"/>
                </a:cubicBezTo>
                <a:cubicBezTo>
                  <a:pt x="78351" y="4454"/>
                  <a:pt x="78351" y="8484"/>
                  <a:pt x="75803" y="11029"/>
                </a:cubicBezTo>
                <a:lnTo>
                  <a:pt x="15606" y="71157"/>
                </a:lnTo>
                <a:lnTo>
                  <a:pt x="75803" y="131284"/>
                </a:lnTo>
                <a:cubicBezTo>
                  <a:pt x="78351" y="133830"/>
                  <a:pt x="78351" y="137859"/>
                  <a:pt x="75803" y="140404"/>
                </a:cubicBezTo>
                <a:cubicBezTo>
                  <a:pt x="74529" y="141677"/>
                  <a:pt x="72830" y="142313"/>
                  <a:pt x="71238" y="142313"/>
                </a:cubicBezTo>
                <a:close/>
              </a:path>
            </a:pathLst>
          </a:custGeom>
          <a:solidFill>
            <a:schemeClr val="tx1"/>
          </a:solidFill>
          <a:ln w="10610" cap="flat">
            <a:noFill/>
            <a:prstDash val="solid"/>
            <a:miter/>
          </a:ln>
        </p:spPr>
        <p:txBody>
          <a:bodyPr rtlCol="0" anchor="ctr"/>
          <a:lstStyle/>
          <a:p>
            <a:endParaRPr lang="da-DK"/>
          </a:p>
        </p:txBody>
      </p:sp>
      <p:sp>
        <p:nvSpPr>
          <p:cNvPr id="114" name="Kombinationstegning 113">
            <a:extLst>
              <a:ext uri="{FF2B5EF4-FFF2-40B4-BE49-F238E27FC236}">
                <a16:creationId xmlns:a16="http://schemas.microsoft.com/office/drawing/2014/main" id="{A0F142A1-1E6A-315D-FA2E-A5F8213859CF}"/>
              </a:ext>
            </a:extLst>
          </p:cNvPr>
          <p:cNvSpPr>
            <a:spLocks noChangeAspect="1"/>
          </p:cNvSpPr>
          <p:nvPr userDrawn="1"/>
        </p:nvSpPr>
        <p:spPr>
          <a:xfrm>
            <a:off x="3045573" y="910415"/>
            <a:ext cx="58285" cy="108000"/>
          </a:xfrm>
          <a:custGeom>
            <a:avLst/>
            <a:gdLst>
              <a:gd name="connsiteX0" fmla="*/ 6476 w 77713"/>
              <a:gd name="connsiteY0" fmla="*/ 142313 h 142313"/>
              <a:gd name="connsiteX1" fmla="*/ 11041 w 77713"/>
              <a:gd name="connsiteY1" fmla="*/ 140404 h 142313"/>
              <a:gd name="connsiteX2" fmla="*/ 75803 w 77713"/>
              <a:gd name="connsiteY2" fmla="*/ 75717 h 142313"/>
              <a:gd name="connsiteX3" fmla="*/ 75803 w 77713"/>
              <a:gd name="connsiteY3" fmla="*/ 66597 h 142313"/>
              <a:gd name="connsiteX4" fmla="*/ 11041 w 77713"/>
              <a:gd name="connsiteY4" fmla="*/ 1909 h 142313"/>
              <a:gd name="connsiteX5" fmla="*/ 1911 w 77713"/>
              <a:gd name="connsiteY5" fmla="*/ 1909 h 142313"/>
              <a:gd name="connsiteX6" fmla="*/ 1911 w 77713"/>
              <a:gd name="connsiteY6" fmla="*/ 11029 h 142313"/>
              <a:gd name="connsiteX7" fmla="*/ 62107 w 77713"/>
              <a:gd name="connsiteY7" fmla="*/ 71157 h 142313"/>
              <a:gd name="connsiteX8" fmla="*/ 1911 w 77713"/>
              <a:gd name="connsiteY8" fmla="*/ 131284 h 142313"/>
              <a:gd name="connsiteX9" fmla="*/ 1911 w 77713"/>
              <a:gd name="connsiteY9" fmla="*/ 140404 h 142313"/>
              <a:gd name="connsiteX10" fmla="*/ 6476 w 77713"/>
              <a:gd name="connsiteY10" fmla="*/ 142313 h 142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7713" h="142313">
                <a:moveTo>
                  <a:pt x="6476" y="142313"/>
                </a:moveTo>
                <a:cubicBezTo>
                  <a:pt x="8175" y="142313"/>
                  <a:pt x="9767" y="141677"/>
                  <a:pt x="11041" y="140404"/>
                </a:cubicBezTo>
                <a:lnTo>
                  <a:pt x="75803" y="75717"/>
                </a:lnTo>
                <a:cubicBezTo>
                  <a:pt x="78351" y="73171"/>
                  <a:pt x="78351" y="69142"/>
                  <a:pt x="75803" y="66597"/>
                </a:cubicBezTo>
                <a:lnTo>
                  <a:pt x="11041" y="1909"/>
                </a:lnTo>
                <a:cubicBezTo>
                  <a:pt x="8493" y="-636"/>
                  <a:pt x="4459" y="-636"/>
                  <a:pt x="1911" y="1909"/>
                </a:cubicBezTo>
                <a:cubicBezTo>
                  <a:pt x="-637" y="4454"/>
                  <a:pt x="-637" y="8484"/>
                  <a:pt x="1911" y="11029"/>
                </a:cubicBezTo>
                <a:lnTo>
                  <a:pt x="62107" y="71157"/>
                </a:lnTo>
                <a:lnTo>
                  <a:pt x="1911" y="131284"/>
                </a:lnTo>
                <a:cubicBezTo>
                  <a:pt x="-637" y="133830"/>
                  <a:pt x="-637" y="137859"/>
                  <a:pt x="1911" y="140404"/>
                </a:cubicBezTo>
                <a:cubicBezTo>
                  <a:pt x="3185" y="141677"/>
                  <a:pt x="4884" y="142313"/>
                  <a:pt x="6476" y="142313"/>
                </a:cubicBezTo>
                <a:close/>
              </a:path>
            </a:pathLst>
          </a:custGeom>
          <a:solidFill>
            <a:schemeClr val="tx1"/>
          </a:solidFill>
          <a:ln w="10610" cap="flat">
            <a:noFill/>
            <a:prstDash val="solid"/>
            <a:miter/>
          </a:ln>
        </p:spPr>
        <p:txBody>
          <a:bodyPr rtlCol="0" anchor="ctr"/>
          <a:lstStyle/>
          <a:p>
            <a:endParaRPr lang="da-DK"/>
          </a:p>
        </p:txBody>
      </p:sp>
      <p:sp>
        <p:nvSpPr>
          <p:cNvPr id="115" name="Kombinationstegning 114">
            <a:extLst>
              <a:ext uri="{FF2B5EF4-FFF2-40B4-BE49-F238E27FC236}">
                <a16:creationId xmlns:a16="http://schemas.microsoft.com/office/drawing/2014/main" id="{CB0813C0-4967-4788-4D4E-A73993110399}"/>
              </a:ext>
            </a:extLst>
          </p:cNvPr>
          <p:cNvSpPr>
            <a:spLocks noChangeAspect="1"/>
          </p:cNvSpPr>
          <p:nvPr userDrawn="1"/>
        </p:nvSpPr>
        <p:spPr>
          <a:xfrm>
            <a:off x="3937794" y="910415"/>
            <a:ext cx="108104" cy="108000"/>
          </a:xfrm>
          <a:custGeom>
            <a:avLst/>
            <a:gdLst>
              <a:gd name="connsiteX0" fmla="*/ 147996 w 149986"/>
              <a:gd name="connsiteY0" fmla="*/ 138284 h 149842"/>
              <a:gd name="connsiteX1" fmla="*/ 109245 w 149986"/>
              <a:gd name="connsiteY1" fmla="*/ 99577 h 149842"/>
              <a:gd name="connsiteX2" fmla="*/ 122728 w 149986"/>
              <a:gd name="connsiteY2" fmla="*/ 61294 h 149842"/>
              <a:gd name="connsiteX3" fmla="*/ 61364 w 149986"/>
              <a:gd name="connsiteY3" fmla="*/ 0 h 149842"/>
              <a:gd name="connsiteX4" fmla="*/ 0 w 149986"/>
              <a:gd name="connsiteY4" fmla="*/ 61294 h 149842"/>
              <a:gd name="connsiteX5" fmla="*/ 61364 w 149986"/>
              <a:gd name="connsiteY5" fmla="*/ 122589 h 149842"/>
              <a:gd name="connsiteX6" fmla="*/ 99690 w 149986"/>
              <a:gd name="connsiteY6" fmla="*/ 109121 h 149842"/>
              <a:gd name="connsiteX7" fmla="*/ 138441 w 149986"/>
              <a:gd name="connsiteY7" fmla="*/ 147828 h 149842"/>
              <a:gd name="connsiteX8" fmla="*/ 143218 w 149986"/>
              <a:gd name="connsiteY8" fmla="*/ 149842 h 149842"/>
              <a:gd name="connsiteX9" fmla="*/ 147996 w 149986"/>
              <a:gd name="connsiteY9" fmla="*/ 147828 h 149842"/>
              <a:gd name="connsiteX10" fmla="*/ 147996 w 149986"/>
              <a:gd name="connsiteY10" fmla="*/ 138177 h 149842"/>
              <a:gd name="connsiteX11" fmla="*/ 61364 w 149986"/>
              <a:gd name="connsiteY11" fmla="*/ 109015 h 149842"/>
              <a:gd name="connsiteX12" fmla="*/ 13589 w 149986"/>
              <a:gd name="connsiteY12" fmla="*/ 61294 h 149842"/>
              <a:gd name="connsiteX13" fmla="*/ 61364 w 149986"/>
              <a:gd name="connsiteY13" fmla="*/ 13574 h 149842"/>
              <a:gd name="connsiteX14" fmla="*/ 109139 w 149986"/>
              <a:gd name="connsiteY14" fmla="*/ 61294 h 149842"/>
              <a:gd name="connsiteX15" fmla="*/ 61364 w 149986"/>
              <a:gd name="connsiteY15" fmla="*/ 109015 h 14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9986" h="149842">
                <a:moveTo>
                  <a:pt x="147996" y="138284"/>
                </a:moveTo>
                <a:lnTo>
                  <a:pt x="109245" y="99577"/>
                </a:lnTo>
                <a:cubicBezTo>
                  <a:pt x="117632" y="89078"/>
                  <a:pt x="122728" y="75823"/>
                  <a:pt x="122728" y="61294"/>
                </a:cubicBezTo>
                <a:cubicBezTo>
                  <a:pt x="122728" y="27466"/>
                  <a:pt x="95231" y="0"/>
                  <a:pt x="61364" y="0"/>
                </a:cubicBezTo>
                <a:cubicBezTo>
                  <a:pt x="27497" y="0"/>
                  <a:pt x="0" y="27466"/>
                  <a:pt x="0" y="61294"/>
                </a:cubicBezTo>
                <a:cubicBezTo>
                  <a:pt x="0" y="95123"/>
                  <a:pt x="27497" y="122589"/>
                  <a:pt x="61364" y="122589"/>
                </a:cubicBezTo>
                <a:cubicBezTo>
                  <a:pt x="75803" y="122589"/>
                  <a:pt x="89180" y="117499"/>
                  <a:pt x="99690" y="109121"/>
                </a:cubicBezTo>
                <a:lnTo>
                  <a:pt x="138441" y="147828"/>
                </a:lnTo>
                <a:cubicBezTo>
                  <a:pt x="139821" y="149206"/>
                  <a:pt x="141520" y="149842"/>
                  <a:pt x="143218" y="149842"/>
                </a:cubicBezTo>
                <a:cubicBezTo>
                  <a:pt x="144917" y="149842"/>
                  <a:pt x="146722" y="149206"/>
                  <a:pt x="147996" y="147828"/>
                </a:cubicBezTo>
                <a:cubicBezTo>
                  <a:pt x="150650" y="145176"/>
                  <a:pt x="150650" y="140829"/>
                  <a:pt x="147996" y="138177"/>
                </a:cubicBezTo>
                <a:close/>
                <a:moveTo>
                  <a:pt x="61364" y="109015"/>
                </a:moveTo>
                <a:cubicBezTo>
                  <a:pt x="35035" y="109015"/>
                  <a:pt x="13589" y="87594"/>
                  <a:pt x="13589" y="61294"/>
                </a:cubicBezTo>
                <a:cubicBezTo>
                  <a:pt x="13589" y="34995"/>
                  <a:pt x="35035" y="13574"/>
                  <a:pt x="61364" y="13574"/>
                </a:cubicBezTo>
                <a:cubicBezTo>
                  <a:pt x="87693" y="13574"/>
                  <a:pt x="109139" y="34995"/>
                  <a:pt x="109139" y="61294"/>
                </a:cubicBezTo>
                <a:cubicBezTo>
                  <a:pt x="109139" y="87594"/>
                  <a:pt x="87693" y="109015"/>
                  <a:pt x="61364" y="109015"/>
                </a:cubicBezTo>
                <a:close/>
              </a:path>
            </a:pathLst>
          </a:custGeom>
          <a:solidFill>
            <a:schemeClr val="tx1"/>
          </a:solidFill>
          <a:ln w="10610" cap="flat">
            <a:noFill/>
            <a:prstDash val="solid"/>
            <a:miter/>
          </a:ln>
        </p:spPr>
        <p:txBody>
          <a:bodyPr rtlCol="0" anchor="ctr"/>
          <a:lstStyle/>
          <a:p>
            <a:endParaRPr lang="da-DK"/>
          </a:p>
        </p:txBody>
      </p:sp>
      <p:sp>
        <p:nvSpPr>
          <p:cNvPr id="116" name="Kombinationstegning 115">
            <a:extLst>
              <a:ext uri="{FF2B5EF4-FFF2-40B4-BE49-F238E27FC236}">
                <a16:creationId xmlns:a16="http://schemas.microsoft.com/office/drawing/2014/main" id="{4A138364-4E06-9E34-23DE-3395BAFB693B}"/>
              </a:ext>
            </a:extLst>
          </p:cNvPr>
          <p:cNvSpPr>
            <a:spLocks noChangeAspect="1"/>
          </p:cNvSpPr>
          <p:nvPr userDrawn="1"/>
        </p:nvSpPr>
        <p:spPr>
          <a:xfrm>
            <a:off x="8917203" y="910415"/>
            <a:ext cx="108441" cy="108000"/>
          </a:xfrm>
          <a:custGeom>
            <a:avLst/>
            <a:gdLst>
              <a:gd name="connsiteX0" fmla="*/ 144917 w 151817"/>
              <a:gd name="connsiteY0" fmla="*/ 68930 h 151645"/>
              <a:gd name="connsiteX1" fmla="*/ 82810 w 151817"/>
              <a:gd name="connsiteY1" fmla="*/ 68930 h 151645"/>
              <a:gd name="connsiteX2" fmla="*/ 82810 w 151817"/>
              <a:gd name="connsiteY2" fmla="*/ 6893 h 151645"/>
              <a:gd name="connsiteX3" fmla="*/ 75909 w 151817"/>
              <a:gd name="connsiteY3" fmla="*/ 0 h 151645"/>
              <a:gd name="connsiteX4" fmla="*/ 69008 w 151817"/>
              <a:gd name="connsiteY4" fmla="*/ 6893 h 151645"/>
              <a:gd name="connsiteX5" fmla="*/ 69008 w 151817"/>
              <a:gd name="connsiteY5" fmla="*/ 68930 h 151645"/>
              <a:gd name="connsiteX6" fmla="*/ 6901 w 151817"/>
              <a:gd name="connsiteY6" fmla="*/ 68930 h 151645"/>
              <a:gd name="connsiteX7" fmla="*/ 0 w 151817"/>
              <a:gd name="connsiteY7" fmla="*/ 75823 h 151645"/>
              <a:gd name="connsiteX8" fmla="*/ 6901 w 151817"/>
              <a:gd name="connsiteY8" fmla="*/ 82716 h 151645"/>
              <a:gd name="connsiteX9" fmla="*/ 69008 w 151817"/>
              <a:gd name="connsiteY9" fmla="*/ 82716 h 151645"/>
              <a:gd name="connsiteX10" fmla="*/ 69008 w 151817"/>
              <a:gd name="connsiteY10" fmla="*/ 144752 h 151645"/>
              <a:gd name="connsiteX11" fmla="*/ 75909 w 151817"/>
              <a:gd name="connsiteY11" fmla="*/ 151645 h 151645"/>
              <a:gd name="connsiteX12" fmla="*/ 82810 w 151817"/>
              <a:gd name="connsiteY12" fmla="*/ 144752 h 151645"/>
              <a:gd name="connsiteX13" fmla="*/ 82810 w 151817"/>
              <a:gd name="connsiteY13" fmla="*/ 82716 h 151645"/>
              <a:gd name="connsiteX14" fmla="*/ 144917 w 151817"/>
              <a:gd name="connsiteY14" fmla="*/ 82716 h 151645"/>
              <a:gd name="connsiteX15" fmla="*/ 151818 w 151817"/>
              <a:gd name="connsiteY15" fmla="*/ 75823 h 151645"/>
              <a:gd name="connsiteX16" fmla="*/ 144917 w 151817"/>
              <a:gd name="connsiteY16" fmla="*/ 68930 h 151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817" h="151645">
                <a:moveTo>
                  <a:pt x="144917" y="68930"/>
                </a:moveTo>
                <a:lnTo>
                  <a:pt x="82810" y="68930"/>
                </a:lnTo>
                <a:lnTo>
                  <a:pt x="82810" y="6893"/>
                </a:lnTo>
                <a:cubicBezTo>
                  <a:pt x="82810" y="3075"/>
                  <a:pt x="79731" y="0"/>
                  <a:pt x="75909" y="0"/>
                </a:cubicBezTo>
                <a:cubicBezTo>
                  <a:pt x="72087" y="0"/>
                  <a:pt x="69008" y="3075"/>
                  <a:pt x="69008" y="6893"/>
                </a:cubicBezTo>
                <a:lnTo>
                  <a:pt x="69008" y="68930"/>
                </a:lnTo>
                <a:lnTo>
                  <a:pt x="6901" y="68930"/>
                </a:lnTo>
                <a:cubicBezTo>
                  <a:pt x="3079" y="68930"/>
                  <a:pt x="0" y="72005"/>
                  <a:pt x="0" y="75823"/>
                </a:cubicBezTo>
                <a:cubicBezTo>
                  <a:pt x="0" y="79640"/>
                  <a:pt x="3079" y="82716"/>
                  <a:pt x="6901" y="82716"/>
                </a:cubicBezTo>
                <a:lnTo>
                  <a:pt x="69008" y="82716"/>
                </a:lnTo>
                <a:lnTo>
                  <a:pt x="69008" y="144752"/>
                </a:lnTo>
                <a:cubicBezTo>
                  <a:pt x="69008" y="148570"/>
                  <a:pt x="72087" y="151645"/>
                  <a:pt x="75909" y="151645"/>
                </a:cubicBezTo>
                <a:cubicBezTo>
                  <a:pt x="79731" y="151645"/>
                  <a:pt x="82810" y="148570"/>
                  <a:pt x="82810" y="144752"/>
                </a:cubicBezTo>
                <a:lnTo>
                  <a:pt x="82810" y="82716"/>
                </a:lnTo>
                <a:lnTo>
                  <a:pt x="144917" y="82716"/>
                </a:lnTo>
                <a:cubicBezTo>
                  <a:pt x="148739" y="82716"/>
                  <a:pt x="151818" y="79640"/>
                  <a:pt x="151818" y="75823"/>
                </a:cubicBezTo>
                <a:cubicBezTo>
                  <a:pt x="151818" y="72005"/>
                  <a:pt x="148739" y="68930"/>
                  <a:pt x="144917" y="68930"/>
                </a:cubicBezTo>
                <a:close/>
              </a:path>
            </a:pathLst>
          </a:custGeom>
          <a:solidFill>
            <a:schemeClr val="tx1"/>
          </a:solidFill>
          <a:ln w="10610" cap="flat">
            <a:noFill/>
            <a:prstDash val="solid"/>
            <a:miter/>
          </a:ln>
        </p:spPr>
        <p:txBody>
          <a:bodyPr rtlCol="0" anchor="ctr"/>
          <a:lstStyle/>
          <a:p>
            <a:endParaRPr lang="da-DK"/>
          </a:p>
        </p:txBody>
      </p:sp>
      <p:grpSp>
        <p:nvGrpSpPr>
          <p:cNvPr id="117" name="Grafik 29">
            <a:extLst>
              <a:ext uri="{FF2B5EF4-FFF2-40B4-BE49-F238E27FC236}">
                <a16:creationId xmlns:a16="http://schemas.microsoft.com/office/drawing/2014/main" id="{0B3D6E01-AC79-894B-5D0F-6A81152C8F9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308531" y="892415"/>
            <a:ext cx="143537" cy="144000"/>
            <a:chOff x="9308531" y="1051657"/>
            <a:chExt cx="179421" cy="179217"/>
          </a:xfrm>
          <a:solidFill>
            <a:schemeClr val="tx1"/>
          </a:solidFill>
        </p:grpSpPr>
        <p:sp>
          <p:nvSpPr>
            <p:cNvPr id="118" name="Kombinationstegning 117">
              <a:extLst>
                <a:ext uri="{FF2B5EF4-FFF2-40B4-BE49-F238E27FC236}">
                  <a16:creationId xmlns:a16="http://schemas.microsoft.com/office/drawing/2014/main" id="{45DC6048-D431-9910-3AE2-E209F2A5D2BB}"/>
                </a:ext>
              </a:extLst>
            </p:cNvPr>
            <p:cNvSpPr/>
            <p:nvPr/>
          </p:nvSpPr>
          <p:spPr>
            <a:xfrm>
              <a:off x="9308531" y="1093015"/>
              <a:ext cx="138016" cy="137859"/>
            </a:xfrm>
            <a:custGeom>
              <a:avLst/>
              <a:gdLst>
                <a:gd name="connsiteX0" fmla="*/ 0 w 138016"/>
                <a:gd name="connsiteY0" fmla="*/ 117180 h 137859"/>
                <a:gd name="connsiteX1" fmla="*/ 0 w 138016"/>
                <a:gd name="connsiteY1" fmla="*/ 20679 h 137859"/>
                <a:gd name="connsiteX2" fmla="*/ 20703 w 138016"/>
                <a:gd name="connsiteY2" fmla="*/ 0 h 137859"/>
                <a:gd name="connsiteX3" fmla="*/ 117314 w 138016"/>
                <a:gd name="connsiteY3" fmla="*/ 0 h 137859"/>
                <a:gd name="connsiteX4" fmla="*/ 138016 w 138016"/>
                <a:gd name="connsiteY4" fmla="*/ 20679 h 137859"/>
                <a:gd name="connsiteX5" fmla="*/ 138016 w 138016"/>
                <a:gd name="connsiteY5" fmla="*/ 117180 h 137859"/>
                <a:gd name="connsiteX6" fmla="*/ 117314 w 138016"/>
                <a:gd name="connsiteY6" fmla="*/ 137859 h 137859"/>
                <a:gd name="connsiteX7" fmla="*/ 20703 w 138016"/>
                <a:gd name="connsiteY7" fmla="*/ 137859 h 137859"/>
                <a:gd name="connsiteX8" fmla="*/ 0 w 138016"/>
                <a:gd name="connsiteY8" fmla="*/ 117180 h 137859"/>
                <a:gd name="connsiteX9" fmla="*/ 20703 w 138016"/>
                <a:gd name="connsiteY9" fmla="*/ 13786 h 137859"/>
                <a:gd name="connsiteX10" fmla="*/ 13802 w 138016"/>
                <a:gd name="connsiteY10" fmla="*/ 20679 h 137859"/>
                <a:gd name="connsiteX11" fmla="*/ 13802 w 138016"/>
                <a:gd name="connsiteY11" fmla="*/ 117180 h 137859"/>
                <a:gd name="connsiteX12" fmla="*/ 20703 w 138016"/>
                <a:gd name="connsiteY12" fmla="*/ 124073 h 137859"/>
                <a:gd name="connsiteX13" fmla="*/ 117314 w 138016"/>
                <a:gd name="connsiteY13" fmla="*/ 124073 h 137859"/>
                <a:gd name="connsiteX14" fmla="*/ 124215 w 138016"/>
                <a:gd name="connsiteY14" fmla="*/ 117180 h 137859"/>
                <a:gd name="connsiteX15" fmla="*/ 124215 w 138016"/>
                <a:gd name="connsiteY15" fmla="*/ 20679 h 137859"/>
                <a:gd name="connsiteX16" fmla="*/ 117314 w 138016"/>
                <a:gd name="connsiteY16" fmla="*/ 13786 h 137859"/>
                <a:gd name="connsiteX17" fmla="*/ 20703 w 138016"/>
                <a:gd name="connsiteY17" fmla="*/ 13786 h 137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8016" h="137859">
                  <a:moveTo>
                    <a:pt x="0" y="117180"/>
                  </a:moveTo>
                  <a:lnTo>
                    <a:pt x="0" y="20679"/>
                  </a:lnTo>
                  <a:cubicBezTo>
                    <a:pt x="0" y="9226"/>
                    <a:pt x="9237" y="0"/>
                    <a:pt x="20703" y="0"/>
                  </a:cubicBezTo>
                  <a:lnTo>
                    <a:pt x="117314" y="0"/>
                  </a:lnTo>
                  <a:cubicBezTo>
                    <a:pt x="128780" y="0"/>
                    <a:pt x="138016" y="9226"/>
                    <a:pt x="138016" y="20679"/>
                  </a:cubicBezTo>
                  <a:lnTo>
                    <a:pt x="138016" y="117180"/>
                  </a:lnTo>
                  <a:cubicBezTo>
                    <a:pt x="138016" y="128633"/>
                    <a:pt x="128780" y="137859"/>
                    <a:pt x="117314" y="137859"/>
                  </a:cubicBezTo>
                  <a:lnTo>
                    <a:pt x="20703" y="137859"/>
                  </a:lnTo>
                  <a:cubicBezTo>
                    <a:pt x="9237" y="137859"/>
                    <a:pt x="0" y="128633"/>
                    <a:pt x="0" y="117180"/>
                  </a:cubicBezTo>
                  <a:close/>
                  <a:moveTo>
                    <a:pt x="20703" y="13786"/>
                  </a:moveTo>
                  <a:cubicBezTo>
                    <a:pt x="16881" y="13786"/>
                    <a:pt x="13802" y="16861"/>
                    <a:pt x="13802" y="20679"/>
                  </a:cubicBezTo>
                  <a:lnTo>
                    <a:pt x="13802" y="117180"/>
                  </a:lnTo>
                  <a:cubicBezTo>
                    <a:pt x="13802" y="120998"/>
                    <a:pt x="16881" y="124073"/>
                    <a:pt x="20703" y="124073"/>
                  </a:cubicBezTo>
                  <a:lnTo>
                    <a:pt x="117314" y="124073"/>
                  </a:lnTo>
                  <a:cubicBezTo>
                    <a:pt x="121136" y="124073"/>
                    <a:pt x="124215" y="120998"/>
                    <a:pt x="124215" y="117180"/>
                  </a:cubicBezTo>
                  <a:lnTo>
                    <a:pt x="124215" y="20679"/>
                  </a:lnTo>
                  <a:cubicBezTo>
                    <a:pt x="124215" y="16861"/>
                    <a:pt x="121136" y="13786"/>
                    <a:pt x="117314" y="13786"/>
                  </a:cubicBezTo>
                  <a:lnTo>
                    <a:pt x="20703" y="13786"/>
                  </a:lnTo>
                  <a:close/>
                </a:path>
              </a:pathLst>
            </a:custGeom>
            <a:grpFill/>
            <a:ln w="10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119" name="Kombinationstegning 118">
              <a:extLst>
                <a:ext uri="{FF2B5EF4-FFF2-40B4-BE49-F238E27FC236}">
                  <a16:creationId xmlns:a16="http://schemas.microsoft.com/office/drawing/2014/main" id="{0A4DB3A4-FD11-5663-B0E0-8199BC109CAC}"/>
                </a:ext>
              </a:extLst>
            </p:cNvPr>
            <p:cNvSpPr/>
            <p:nvPr/>
          </p:nvSpPr>
          <p:spPr>
            <a:xfrm>
              <a:off x="9349936" y="1051657"/>
              <a:ext cx="138016" cy="137859"/>
            </a:xfrm>
            <a:custGeom>
              <a:avLst/>
              <a:gdLst>
                <a:gd name="connsiteX0" fmla="*/ 110413 w 138016"/>
                <a:gd name="connsiteY0" fmla="*/ 137859 h 137859"/>
                <a:gd name="connsiteX1" fmla="*/ 117314 w 138016"/>
                <a:gd name="connsiteY1" fmla="*/ 137859 h 137859"/>
                <a:gd name="connsiteX2" fmla="*/ 138016 w 138016"/>
                <a:gd name="connsiteY2" fmla="*/ 117180 h 137859"/>
                <a:gd name="connsiteX3" fmla="*/ 138016 w 138016"/>
                <a:gd name="connsiteY3" fmla="*/ 20679 h 137859"/>
                <a:gd name="connsiteX4" fmla="*/ 117314 w 138016"/>
                <a:gd name="connsiteY4" fmla="*/ 0 h 137859"/>
                <a:gd name="connsiteX5" fmla="*/ 20703 w 138016"/>
                <a:gd name="connsiteY5" fmla="*/ 0 h 137859"/>
                <a:gd name="connsiteX6" fmla="*/ 0 w 138016"/>
                <a:gd name="connsiteY6" fmla="*/ 20679 h 137859"/>
                <a:gd name="connsiteX7" fmla="*/ 0 w 138016"/>
                <a:gd name="connsiteY7" fmla="*/ 27572 h 137859"/>
                <a:gd name="connsiteX8" fmla="*/ 6901 w 138016"/>
                <a:gd name="connsiteY8" fmla="*/ 34465 h 137859"/>
                <a:gd name="connsiteX9" fmla="*/ 13801 w 138016"/>
                <a:gd name="connsiteY9" fmla="*/ 27572 h 137859"/>
                <a:gd name="connsiteX10" fmla="*/ 13801 w 138016"/>
                <a:gd name="connsiteY10" fmla="*/ 20679 h 137859"/>
                <a:gd name="connsiteX11" fmla="*/ 20703 w 138016"/>
                <a:gd name="connsiteY11" fmla="*/ 13786 h 137859"/>
                <a:gd name="connsiteX12" fmla="*/ 117314 w 138016"/>
                <a:gd name="connsiteY12" fmla="*/ 13786 h 137859"/>
                <a:gd name="connsiteX13" fmla="*/ 124215 w 138016"/>
                <a:gd name="connsiteY13" fmla="*/ 20679 h 137859"/>
                <a:gd name="connsiteX14" fmla="*/ 124215 w 138016"/>
                <a:gd name="connsiteY14" fmla="*/ 117180 h 137859"/>
                <a:gd name="connsiteX15" fmla="*/ 117314 w 138016"/>
                <a:gd name="connsiteY15" fmla="*/ 124073 h 137859"/>
                <a:gd name="connsiteX16" fmla="*/ 110413 w 138016"/>
                <a:gd name="connsiteY16" fmla="*/ 124073 h 137859"/>
                <a:gd name="connsiteX17" fmla="*/ 103512 w 138016"/>
                <a:gd name="connsiteY17" fmla="*/ 130966 h 137859"/>
                <a:gd name="connsiteX18" fmla="*/ 110413 w 138016"/>
                <a:gd name="connsiteY18" fmla="*/ 137859 h 137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16" h="137859">
                  <a:moveTo>
                    <a:pt x="110413" y="137859"/>
                  </a:moveTo>
                  <a:lnTo>
                    <a:pt x="117314" y="137859"/>
                  </a:lnTo>
                  <a:cubicBezTo>
                    <a:pt x="128780" y="137859"/>
                    <a:pt x="138016" y="128633"/>
                    <a:pt x="138016" y="117180"/>
                  </a:cubicBezTo>
                  <a:lnTo>
                    <a:pt x="138016" y="20679"/>
                  </a:lnTo>
                  <a:cubicBezTo>
                    <a:pt x="138016" y="9226"/>
                    <a:pt x="128780" y="0"/>
                    <a:pt x="117314" y="0"/>
                  </a:cubicBezTo>
                  <a:lnTo>
                    <a:pt x="20703" y="0"/>
                  </a:lnTo>
                  <a:cubicBezTo>
                    <a:pt x="9236" y="0"/>
                    <a:pt x="0" y="9226"/>
                    <a:pt x="0" y="20679"/>
                  </a:cubicBezTo>
                  <a:lnTo>
                    <a:pt x="0" y="27572"/>
                  </a:lnTo>
                  <a:cubicBezTo>
                    <a:pt x="0" y="31390"/>
                    <a:pt x="3079" y="34465"/>
                    <a:pt x="6901" y="34465"/>
                  </a:cubicBezTo>
                  <a:cubicBezTo>
                    <a:pt x="10723" y="34465"/>
                    <a:pt x="13801" y="31390"/>
                    <a:pt x="13801" y="27572"/>
                  </a:cubicBezTo>
                  <a:lnTo>
                    <a:pt x="13801" y="20679"/>
                  </a:lnTo>
                  <a:cubicBezTo>
                    <a:pt x="13801" y="16861"/>
                    <a:pt x="16881" y="13786"/>
                    <a:pt x="20703" y="13786"/>
                  </a:cubicBezTo>
                  <a:lnTo>
                    <a:pt x="117314" y="13786"/>
                  </a:lnTo>
                  <a:cubicBezTo>
                    <a:pt x="121136" y="13786"/>
                    <a:pt x="124215" y="16861"/>
                    <a:pt x="124215" y="20679"/>
                  </a:cubicBezTo>
                  <a:lnTo>
                    <a:pt x="124215" y="117180"/>
                  </a:lnTo>
                  <a:cubicBezTo>
                    <a:pt x="124215" y="120998"/>
                    <a:pt x="121136" y="124073"/>
                    <a:pt x="117314" y="124073"/>
                  </a:cubicBezTo>
                  <a:lnTo>
                    <a:pt x="110413" y="124073"/>
                  </a:lnTo>
                  <a:cubicBezTo>
                    <a:pt x="106591" y="124073"/>
                    <a:pt x="103512" y="127149"/>
                    <a:pt x="103512" y="130966"/>
                  </a:cubicBezTo>
                  <a:cubicBezTo>
                    <a:pt x="103512" y="134784"/>
                    <a:pt x="106591" y="137859"/>
                    <a:pt x="110413" y="137859"/>
                  </a:cubicBezTo>
                  <a:close/>
                </a:path>
              </a:pathLst>
            </a:custGeom>
            <a:grpFill/>
            <a:ln w="10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</p:grpSp>
      <p:sp>
        <p:nvSpPr>
          <p:cNvPr id="121" name="Pladsholder til tekst 120">
            <a:extLst>
              <a:ext uri="{FF2B5EF4-FFF2-40B4-BE49-F238E27FC236}">
                <a16:creationId xmlns:a16="http://schemas.microsoft.com/office/drawing/2014/main" id="{E4F0F6F8-15DC-9273-7EC2-8BAC2AC164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37026" y="833438"/>
            <a:ext cx="3442062" cy="26193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000">
                <a:solidFill>
                  <a:schemeClr val="tx1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a-DK" dirty="0"/>
              <a:t>Indsæt url på valgte skærmprint</a:t>
            </a:r>
          </a:p>
        </p:txBody>
      </p:sp>
    </p:spTree>
    <p:extLst>
      <p:ext uri="{BB962C8B-B14F-4D97-AF65-F5344CB8AC3E}">
        <p14:creationId xmlns:p14="http://schemas.microsoft.com/office/powerpoint/2010/main" val="1514938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t Slide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e 1">
            <a:extLst>
              <a:ext uri="{FF2B5EF4-FFF2-40B4-BE49-F238E27FC236}">
                <a16:creationId xmlns:a16="http://schemas.microsoft.com/office/drawing/2014/main" id="{87E28532-6D7E-3712-6B14-B14DC97075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21500" y="5220402"/>
            <a:ext cx="579374" cy="540000"/>
            <a:chOff x="1255713" y="868363"/>
            <a:chExt cx="5884862" cy="5471880"/>
          </a:xfrm>
          <a:solidFill>
            <a:schemeClr val="tx1"/>
          </a:solidFill>
        </p:grpSpPr>
        <p:sp>
          <p:nvSpPr>
            <p:cNvPr id="3" name="Freeform 1">
              <a:extLst>
                <a:ext uri="{FF2B5EF4-FFF2-40B4-BE49-F238E27FC236}">
                  <a16:creationId xmlns:a16="http://schemas.microsoft.com/office/drawing/2014/main" id="{AD6D7A6A-C901-BA5E-7FA2-7EB3DB99B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713" y="482758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44 h 1813"/>
                <a:gd name="T8" fmla="*/ 1094 w 1501"/>
                <a:gd name="T9" fmla="*/ 1344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125 h 1813"/>
                <a:gd name="T20" fmla="*/ 750 w 1501"/>
                <a:gd name="T21" fmla="*/ 281 h 1813"/>
                <a:gd name="T22" fmla="*/ 1031 w 1501"/>
                <a:gd name="T23" fmla="*/ 1125 h 1813"/>
                <a:gd name="T24" fmla="*/ 469 w 1501"/>
                <a:gd name="T25" fmla="*/ 1125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44"/>
                  </a:lnTo>
                  <a:lnTo>
                    <a:pt x="1094" y="1344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125"/>
                  </a:moveTo>
                  <a:lnTo>
                    <a:pt x="750" y="281"/>
                  </a:lnTo>
                  <a:lnTo>
                    <a:pt x="1031" y="1125"/>
                  </a:lnTo>
                  <a:lnTo>
                    <a:pt x="469" y="112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" name="Freeform 2">
              <a:extLst>
                <a:ext uri="{FF2B5EF4-FFF2-40B4-BE49-F238E27FC236}">
                  <a16:creationId xmlns:a16="http://schemas.microsoft.com/office/drawing/2014/main" id="{6CE9519B-A3D8-30FF-4E94-3B0F2440C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500" y="4816475"/>
              <a:ext cx="382588" cy="663575"/>
            </a:xfrm>
            <a:custGeom>
              <a:avLst/>
              <a:gdLst>
                <a:gd name="T0" fmla="*/ 1031 w 1064"/>
                <a:gd name="T1" fmla="*/ 531 h 1844"/>
                <a:gd name="T2" fmla="*/ 750 w 1064"/>
                <a:gd name="T3" fmla="*/ 531 h 1844"/>
                <a:gd name="T4" fmla="*/ 219 w 1064"/>
                <a:gd name="T5" fmla="*/ 1093 h 1844"/>
                <a:gd name="T6" fmla="*/ 219 w 1064"/>
                <a:gd name="T7" fmla="*/ 0 h 1844"/>
                <a:gd name="T8" fmla="*/ 0 w 1064"/>
                <a:gd name="T9" fmla="*/ 0 h 1844"/>
                <a:gd name="T10" fmla="*/ 0 w 1064"/>
                <a:gd name="T11" fmla="*/ 1843 h 1844"/>
                <a:gd name="T12" fmla="*/ 219 w 1064"/>
                <a:gd name="T13" fmla="*/ 1843 h 1844"/>
                <a:gd name="T14" fmla="*/ 219 w 1064"/>
                <a:gd name="T15" fmla="*/ 1187 h 1844"/>
                <a:gd name="T16" fmla="*/ 781 w 1064"/>
                <a:gd name="T17" fmla="*/ 1843 h 1844"/>
                <a:gd name="T18" fmla="*/ 1063 w 1064"/>
                <a:gd name="T19" fmla="*/ 1843 h 1844"/>
                <a:gd name="T20" fmla="*/ 469 w 1064"/>
                <a:gd name="T21" fmla="*/ 1156 h 1844"/>
                <a:gd name="T22" fmla="*/ 1031 w 1064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4" h="1844">
                  <a:moveTo>
                    <a:pt x="1031" y="531"/>
                  </a:moveTo>
                  <a:lnTo>
                    <a:pt x="750" y="531"/>
                  </a:lnTo>
                  <a:lnTo>
                    <a:pt x="219" y="1093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9" y="1843"/>
                  </a:lnTo>
                  <a:lnTo>
                    <a:pt x="219" y="1187"/>
                  </a:lnTo>
                  <a:lnTo>
                    <a:pt x="781" y="1843"/>
                  </a:lnTo>
                  <a:lnTo>
                    <a:pt x="1063" y="1843"/>
                  </a:lnTo>
                  <a:lnTo>
                    <a:pt x="469" y="1156"/>
                  </a:lnTo>
                  <a:lnTo>
                    <a:pt x="1031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7324E7EC-FB3A-8893-4DBC-A61F88F96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200" y="5008563"/>
              <a:ext cx="371475" cy="484187"/>
            </a:xfrm>
            <a:custGeom>
              <a:avLst/>
              <a:gdLst>
                <a:gd name="T0" fmla="*/ 531 w 1032"/>
                <a:gd name="T1" fmla="*/ 0 h 1345"/>
                <a:gd name="T2" fmla="*/ 531 w 1032"/>
                <a:gd name="T3" fmla="*/ 0 h 1345"/>
                <a:gd name="T4" fmla="*/ 62 w 1032"/>
                <a:gd name="T5" fmla="*/ 344 h 1345"/>
                <a:gd name="T6" fmla="*/ 250 w 1032"/>
                <a:gd name="T7" fmla="*/ 406 h 1345"/>
                <a:gd name="T8" fmla="*/ 531 w 1032"/>
                <a:gd name="T9" fmla="*/ 187 h 1345"/>
                <a:gd name="T10" fmla="*/ 812 w 1032"/>
                <a:gd name="T11" fmla="*/ 469 h 1345"/>
                <a:gd name="T12" fmla="*/ 812 w 1032"/>
                <a:gd name="T13" fmla="*/ 500 h 1345"/>
                <a:gd name="T14" fmla="*/ 594 w 1032"/>
                <a:gd name="T15" fmla="*/ 500 h 1345"/>
                <a:gd name="T16" fmla="*/ 0 w 1032"/>
                <a:gd name="T17" fmla="*/ 937 h 1345"/>
                <a:gd name="T18" fmla="*/ 406 w 1032"/>
                <a:gd name="T19" fmla="*/ 1344 h 1345"/>
                <a:gd name="T20" fmla="*/ 812 w 1032"/>
                <a:gd name="T21" fmla="*/ 1125 h 1345"/>
                <a:gd name="T22" fmla="*/ 875 w 1032"/>
                <a:gd name="T23" fmla="*/ 1312 h 1345"/>
                <a:gd name="T24" fmla="*/ 1031 w 1032"/>
                <a:gd name="T25" fmla="*/ 1312 h 1345"/>
                <a:gd name="T26" fmla="*/ 1031 w 1032"/>
                <a:gd name="T27" fmla="*/ 469 h 1345"/>
                <a:gd name="T28" fmla="*/ 531 w 1032"/>
                <a:gd name="T29" fmla="*/ 0 h 1345"/>
                <a:gd name="T30" fmla="*/ 812 w 1032"/>
                <a:gd name="T31" fmla="*/ 750 h 1345"/>
                <a:gd name="T32" fmla="*/ 812 w 1032"/>
                <a:gd name="T33" fmla="*/ 750 h 1345"/>
                <a:gd name="T34" fmla="*/ 719 w 1032"/>
                <a:gd name="T35" fmla="*/ 1062 h 1345"/>
                <a:gd name="T36" fmla="*/ 437 w 1032"/>
                <a:gd name="T37" fmla="*/ 1156 h 1345"/>
                <a:gd name="T38" fmla="*/ 219 w 1032"/>
                <a:gd name="T39" fmla="*/ 937 h 1345"/>
                <a:gd name="T40" fmla="*/ 594 w 1032"/>
                <a:gd name="T41" fmla="*/ 719 h 1345"/>
                <a:gd name="T42" fmla="*/ 812 w 1032"/>
                <a:gd name="T43" fmla="*/ 719 h 1345"/>
                <a:gd name="T44" fmla="*/ 531 w 1032"/>
                <a:gd name="T45" fmla="*/ 0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2" h="1345">
                  <a:moveTo>
                    <a:pt x="531" y="0"/>
                  </a:moveTo>
                  <a:lnTo>
                    <a:pt x="531" y="0"/>
                  </a:lnTo>
                  <a:cubicBezTo>
                    <a:pt x="281" y="0"/>
                    <a:pt x="94" y="125"/>
                    <a:pt x="62" y="344"/>
                  </a:cubicBezTo>
                  <a:cubicBezTo>
                    <a:pt x="250" y="406"/>
                    <a:pt x="250" y="406"/>
                    <a:pt x="250" y="406"/>
                  </a:cubicBezTo>
                  <a:cubicBezTo>
                    <a:pt x="281" y="250"/>
                    <a:pt x="375" y="187"/>
                    <a:pt x="531" y="187"/>
                  </a:cubicBezTo>
                  <a:cubicBezTo>
                    <a:pt x="719" y="187"/>
                    <a:pt x="812" y="281"/>
                    <a:pt x="812" y="469"/>
                  </a:cubicBezTo>
                  <a:cubicBezTo>
                    <a:pt x="812" y="500"/>
                    <a:pt x="812" y="500"/>
                    <a:pt x="812" y="500"/>
                  </a:cubicBezTo>
                  <a:cubicBezTo>
                    <a:pt x="594" y="500"/>
                    <a:pt x="594" y="500"/>
                    <a:pt x="594" y="500"/>
                  </a:cubicBezTo>
                  <a:cubicBezTo>
                    <a:pt x="219" y="500"/>
                    <a:pt x="0" y="656"/>
                    <a:pt x="0" y="937"/>
                  </a:cubicBezTo>
                  <a:cubicBezTo>
                    <a:pt x="0" y="1219"/>
                    <a:pt x="187" y="1344"/>
                    <a:pt x="406" y="1344"/>
                  </a:cubicBezTo>
                  <a:cubicBezTo>
                    <a:pt x="594" y="1344"/>
                    <a:pt x="719" y="1281"/>
                    <a:pt x="812" y="1125"/>
                  </a:cubicBezTo>
                  <a:cubicBezTo>
                    <a:pt x="875" y="1312"/>
                    <a:pt x="875" y="1312"/>
                    <a:pt x="875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69"/>
                    <a:pt x="1031" y="469"/>
                    <a:pt x="1031" y="469"/>
                  </a:cubicBezTo>
                  <a:cubicBezTo>
                    <a:pt x="1031" y="156"/>
                    <a:pt x="844" y="0"/>
                    <a:pt x="531" y="0"/>
                  </a:cubicBezTo>
                  <a:lnTo>
                    <a:pt x="812" y="750"/>
                  </a:lnTo>
                  <a:lnTo>
                    <a:pt x="812" y="750"/>
                  </a:lnTo>
                  <a:cubicBezTo>
                    <a:pt x="812" y="875"/>
                    <a:pt x="781" y="969"/>
                    <a:pt x="719" y="1062"/>
                  </a:cubicBezTo>
                  <a:cubicBezTo>
                    <a:pt x="625" y="1125"/>
                    <a:pt x="531" y="1156"/>
                    <a:pt x="437" y="1156"/>
                  </a:cubicBezTo>
                  <a:cubicBezTo>
                    <a:pt x="312" y="1156"/>
                    <a:pt x="219" y="1062"/>
                    <a:pt x="219" y="937"/>
                  </a:cubicBezTo>
                  <a:cubicBezTo>
                    <a:pt x="219" y="781"/>
                    <a:pt x="344" y="719"/>
                    <a:pt x="594" y="719"/>
                  </a:cubicBezTo>
                  <a:cubicBezTo>
                    <a:pt x="812" y="719"/>
                    <a:pt x="812" y="719"/>
                    <a:pt x="812" y="719"/>
                  </a:cubicBezTo>
                  <a:lnTo>
                    <a:pt x="531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93BB144A-E442-5A6D-A69D-D49DF37AC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816475"/>
              <a:ext cx="427037" cy="674688"/>
            </a:xfrm>
            <a:custGeom>
              <a:avLst/>
              <a:gdLst>
                <a:gd name="T0" fmla="*/ 562 w 1188"/>
                <a:gd name="T1" fmla="*/ 1875 h 1876"/>
                <a:gd name="T2" fmla="*/ 562 w 1188"/>
                <a:gd name="T3" fmla="*/ 1875 h 1876"/>
                <a:gd name="T4" fmla="*/ 969 w 1188"/>
                <a:gd name="T5" fmla="*/ 1687 h 1876"/>
                <a:gd name="T6" fmla="*/ 969 w 1188"/>
                <a:gd name="T7" fmla="*/ 1843 h 1876"/>
                <a:gd name="T8" fmla="*/ 1187 w 1188"/>
                <a:gd name="T9" fmla="*/ 1843 h 1876"/>
                <a:gd name="T10" fmla="*/ 1187 w 1188"/>
                <a:gd name="T11" fmla="*/ 0 h 1876"/>
                <a:gd name="T12" fmla="*/ 969 w 1188"/>
                <a:gd name="T13" fmla="*/ 0 h 1876"/>
                <a:gd name="T14" fmla="*/ 969 w 1188"/>
                <a:gd name="T15" fmla="*/ 687 h 1876"/>
                <a:gd name="T16" fmla="*/ 812 w 1188"/>
                <a:gd name="T17" fmla="*/ 562 h 1876"/>
                <a:gd name="T18" fmla="*/ 562 w 1188"/>
                <a:gd name="T19" fmla="*/ 531 h 1876"/>
                <a:gd name="T20" fmla="*/ 0 w 1188"/>
                <a:gd name="T21" fmla="*/ 1187 h 1876"/>
                <a:gd name="T22" fmla="*/ 562 w 1188"/>
                <a:gd name="T23" fmla="*/ 1875 h 1876"/>
                <a:gd name="T24" fmla="*/ 594 w 1188"/>
                <a:gd name="T25" fmla="*/ 718 h 1876"/>
                <a:gd name="T26" fmla="*/ 594 w 1188"/>
                <a:gd name="T27" fmla="*/ 718 h 1876"/>
                <a:gd name="T28" fmla="*/ 969 w 1188"/>
                <a:gd name="T29" fmla="*/ 1187 h 1876"/>
                <a:gd name="T30" fmla="*/ 594 w 1188"/>
                <a:gd name="T31" fmla="*/ 1687 h 1876"/>
                <a:gd name="T32" fmla="*/ 219 w 1188"/>
                <a:gd name="T33" fmla="*/ 1187 h 1876"/>
                <a:gd name="T34" fmla="*/ 594 w 1188"/>
                <a:gd name="T35" fmla="*/ 718 h 1876"/>
                <a:gd name="T36" fmla="*/ 562 w 1188"/>
                <a:gd name="T37" fmla="*/ 1875 h 1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88" h="1876">
                  <a:moveTo>
                    <a:pt x="562" y="1875"/>
                  </a:moveTo>
                  <a:lnTo>
                    <a:pt x="562" y="1875"/>
                  </a:lnTo>
                  <a:cubicBezTo>
                    <a:pt x="719" y="1875"/>
                    <a:pt x="906" y="1781"/>
                    <a:pt x="969" y="1687"/>
                  </a:cubicBezTo>
                  <a:cubicBezTo>
                    <a:pt x="969" y="1843"/>
                    <a:pt x="969" y="1843"/>
                    <a:pt x="969" y="1843"/>
                  </a:cubicBezTo>
                  <a:cubicBezTo>
                    <a:pt x="1187" y="1843"/>
                    <a:pt x="1187" y="1843"/>
                    <a:pt x="1187" y="1843"/>
                  </a:cubicBezTo>
                  <a:cubicBezTo>
                    <a:pt x="1187" y="0"/>
                    <a:pt x="1187" y="0"/>
                    <a:pt x="1187" y="0"/>
                  </a:cubicBezTo>
                  <a:cubicBezTo>
                    <a:pt x="969" y="0"/>
                    <a:pt x="969" y="0"/>
                    <a:pt x="969" y="0"/>
                  </a:cubicBezTo>
                  <a:cubicBezTo>
                    <a:pt x="969" y="687"/>
                    <a:pt x="969" y="687"/>
                    <a:pt x="969" y="687"/>
                  </a:cubicBezTo>
                  <a:cubicBezTo>
                    <a:pt x="937" y="656"/>
                    <a:pt x="875" y="625"/>
                    <a:pt x="812" y="562"/>
                  </a:cubicBezTo>
                  <a:cubicBezTo>
                    <a:pt x="719" y="531"/>
                    <a:pt x="656" y="531"/>
                    <a:pt x="562" y="531"/>
                  </a:cubicBezTo>
                  <a:cubicBezTo>
                    <a:pt x="187" y="531"/>
                    <a:pt x="0" y="781"/>
                    <a:pt x="0" y="1187"/>
                  </a:cubicBezTo>
                  <a:cubicBezTo>
                    <a:pt x="0" y="1593"/>
                    <a:pt x="187" y="1875"/>
                    <a:pt x="562" y="1875"/>
                  </a:cubicBezTo>
                  <a:lnTo>
                    <a:pt x="594" y="718"/>
                  </a:lnTo>
                  <a:lnTo>
                    <a:pt x="594" y="718"/>
                  </a:lnTo>
                  <a:cubicBezTo>
                    <a:pt x="844" y="718"/>
                    <a:pt x="969" y="906"/>
                    <a:pt x="969" y="1187"/>
                  </a:cubicBezTo>
                  <a:cubicBezTo>
                    <a:pt x="969" y="1468"/>
                    <a:pt x="844" y="1687"/>
                    <a:pt x="594" y="1687"/>
                  </a:cubicBezTo>
                  <a:cubicBezTo>
                    <a:pt x="375" y="1687"/>
                    <a:pt x="219" y="1468"/>
                    <a:pt x="219" y="1187"/>
                  </a:cubicBezTo>
                  <a:cubicBezTo>
                    <a:pt x="219" y="906"/>
                    <a:pt x="375" y="718"/>
                    <a:pt x="594" y="718"/>
                  </a:cubicBezTo>
                  <a:lnTo>
                    <a:pt x="562" y="187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358F832-AD92-3468-0B4D-D9C7DF3F2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5008563"/>
              <a:ext cx="641350" cy="473075"/>
            </a:xfrm>
            <a:custGeom>
              <a:avLst/>
              <a:gdLst>
                <a:gd name="T0" fmla="*/ 1780 w 1781"/>
                <a:gd name="T1" fmla="*/ 1312 h 1313"/>
                <a:gd name="T2" fmla="*/ 1780 w 1781"/>
                <a:gd name="T3" fmla="*/ 1312 h 1313"/>
                <a:gd name="T4" fmla="*/ 1780 w 1781"/>
                <a:gd name="T5" fmla="*/ 406 h 1313"/>
                <a:gd name="T6" fmla="*/ 1405 w 1781"/>
                <a:gd name="T7" fmla="*/ 0 h 1313"/>
                <a:gd name="T8" fmla="*/ 968 w 1781"/>
                <a:gd name="T9" fmla="*/ 250 h 1313"/>
                <a:gd name="T10" fmla="*/ 625 w 1781"/>
                <a:gd name="T11" fmla="*/ 0 h 1313"/>
                <a:gd name="T12" fmla="*/ 218 w 1781"/>
                <a:gd name="T13" fmla="*/ 250 h 1313"/>
                <a:gd name="T14" fmla="*/ 218 w 1781"/>
                <a:gd name="T15" fmla="*/ 0 h 1313"/>
                <a:gd name="T16" fmla="*/ 0 w 1781"/>
                <a:gd name="T17" fmla="*/ 0 h 1313"/>
                <a:gd name="T18" fmla="*/ 0 w 1781"/>
                <a:gd name="T19" fmla="*/ 1312 h 1313"/>
                <a:gd name="T20" fmla="*/ 218 w 1781"/>
                <a:gd name="T21" fmla="*/ 1312 h 1313"/>
                <a:gd name="T22" fmla="*/ 218 w 1781"/>
                <a:gd name="T23" fmla="*/ 781 h 1313"/>
                <a:gd name="T24" fmla="*/ 562 w 1781"/>
                <a:gd name="T25" fmla="*/ 187 h 1313"/>
                <a:gd name="T26" fmla="*/ 781 w 1781"/>
                <a:gd name="T27" fmla="*/ 437 h 1313"/>
                <a:gd name="T28" fmla="*/ 781 w 1781"/>
                <a:gd name="T29" fmla="*/ 1312 h 1313"/>
                <a:gd name="T30" fmla="*/ 1000 w 1781"/>
                <a:gd name="T31" fmla="*/ 1312 h 1313"/>
                <a:gd name="T32" fmla="*/ 1000 w 1781"/>
                <a:gd name="T33" fmla="*/ 781 h 1313"/>
                <a:gd name="T34" fmla="*/ 1343 w 1781"/>
                <a:gd name="T35" fmla="*/ 187 h 1313"/>
                <a:gd name="T36" fmla="*/ 1561 w 1781"/>
                <a:gd name="T37" fmla="*/ 437 h 1313"/>
                <a:gd name="T38" fmla="*/ 1561 w 1781"/>
                <a:gd name="T39" fmla="*/ 1312 h 1313"/>
                <a:gd name="T40" fmla="*/ 1780 w 1781"/>
                <a:gd name="T41" fmla="*/ 1312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81" h="1313">
                  <a:moveTo>
                    <a:pt x="1780" y="1312"/>
                  </a:moveTo>
                  <a:lnTo>
                    <a:pt x="1780" y="1312"/>
                  </a:lnTo>
                  <a:cubicBezTo>
                    <a:pt x="1780" y="406"/>
                    <a:pt x="1780" y="406"/>
                    <a:pt x="1780" y="406"/>
                  </a:cubicBezTo>
                  <a:cubicBezTo>
                    <a:pt x="1780" y="125"/>
                    <a:pt x="1655" y="0"/>
                    <a:pt x="1405" y="0"/>
                  </a:cubicBezTo>
                  <a:cubicBezTo>
                    <a:pt x="1218" y="0"/>
                    <a:pt x="1062" y="94"/>
                    <a:pt x="968" y="250"/>
                  </a:cubicBezTo>
                  <a:cubicBezTo>
                    <a:pt x="937" y="94"/>
                    <a:pt x="812" y="0"/>
                    <a:pt x="625" y="0"/>
                  </a:cubicBezTo>
                  <a:cubicBezTo>
                    <a:pt x="437" y="0"/>
                    <a:pt x="312" y="62"/>
                    <a:pt x="218" y="25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8" y="1312"/>
                    <a:pt x="218" y="1312"/>
                    <a:pt x="218" y="1312"/>
                  </a:cubicBezTo>
                  <a:cubicBezTo>
                    <a:pt x="218" y="781"/>
                    <a:pt x="218" y="781"/>
                    <a:pt x="218" y="781"/>
                  </a:cubicBezTo>
                  <a:cubicBezTo>
                    <a:pt x="218" y="406"/>
                    <a:pt x="375" y="187"/>
                    <a:pt x="562" y="187"/>
                  </a:cubicBezTo>
                  <a:cubicBezTo>
                    <a:pt x="718" y="187"/>
                    <a:pt x="781" y="281"/>
                    <a:pt x="781" y="437"/>
                  </a:cubicBezTo>
                  <a:cubicBezTo>
                    <a:pt x="781" y="1312"/>
                    <a:pt x="781" y="1312"/>
                    <a:pt x="781" y="1312"/>
                  </a:cubicBezTo>
                  <a:cubicBezTo>
                    <a:pt x="1000" y="1312"/>
                    <a:pt x="1000" y="1312"/>
                    <a:pt x="1000" y="1312"/>
                  </a:cubicBezTo>
                  <a:cubicBezTo>
                    <a:pt x="1000" y="781"/>
                    <a:pt x="1000" y="781"/>
                    <a:pt x="1000" y="781"/>
                  </a:cubicBezTo>
                  <a:cubicBezTo>
                    <a:pt x="1000" y="406"/>
                    <a:pt x="1156" y="187"/>
                    <a:pt x="1343" y="187"/>
                  </a:cubicBezTo>
                  <a:cubicBezTo>
                    <a:pt x="1499" y="187"/>
                    <a:pt x="1561" y="281"/>
                    <a:pt x="1561" y="437"/>
                  </a:cubicBezTo>
                  <a:cubicBezTo>
                    <a:pt x="1561" y="1312"/>
                    <a:pt x="1561" y="1312"/>
                    <a:pt x="1561" y="1312"/>
                  </a:cubicBezTo>
                  <a:lnTo>
                    <a:pt x="1780" y="131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1082249-3C34-1550-8260-0BB43628D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5008563"/>
              <a:ext cx="79375" cy="473075"/>
            </a:xfrm>
            <a:custGeom>
              <a:avLst/>
              <a:gdLst>
                <a:gd name="T0" fmla="*/ 219 w 220"/>
                <a:gd name="T1" fmla="*/ 0 h 1313"/>
                <a:gd name="T2" fmla="*/ 0 w 220"/>
                <a:gd name="T3" fmla="*/ 0 h 1313"/>
                <a:gd name="T4" fmla="*/ 0 w 220"/>
                <a:gd name="T5" fmla="*/ 1312 h 1313"/>
                <a:gd name="T6" fmla="*/ 219 w 220"/>
                <a:gd name="T7" fmla="*/ 1312 h 1313"/>
                <a:gd name="T8" fmla="*/ 219 w 220"/>
                <a:gd name="T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313">
                  <a:moveTo>
                    <a:pt x="219" y="0"/>
                  </a:moveTo>
                  <a:lnTo>
                    <a:pt x="0" y="0"/>
                  </a:lnTo>
                  <a:lnTo>
                    <a:pt x="0" y="1312"/>
                  </a:lnTo>
                  <a:lnTo>
                    <a:pt x="219" y="1312"/>
                  </a:lnTo>
                  <a:lnTo>
                    <a:pt x="21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F966213-0C79-49A1-7B14-05C7BECE5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238" y="4816475"/>
              <a:ext cx="123825" cy="123825"/>
            </a:xfrm>
            <a:custGeom>
              <a:avLst/>
              <a:gdLst>
                <a:gd name="T0" fmla="*/ 344 w 345"/>
                <a:gd name="T1" fmla="*/ 187 h 344"/>
                <a:gd name="T2" fmla="*/ 344 w 345"/>
                <a:gd name="T3" fmla="*/ 187 h 344"/>
                <a:gd name="T4" fmla="*/ 156 w 345"/>
                <a:gd name="T5" fmla="*/ 0 h 344"/>
                <a:gd name="T6" fmla="*/ 0 w 345"/>
                <a:gd name="T7" fmla="*/ 187 h 344"/>
                <a:gd name="T8" fmla="*/ 156 w 345"/>
                <a:gd name="T9" fmla="*/ 343 h 344"/>
                <a:gd name="T10" fmla="*/ 344 w 345"/>
                <a:gd name="T11" fmla="*/ 187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5" h="344">
                  <a:moveTo>
                    <a:pt x="344" y="187"/>
                  </a:moveTo>
                  <a:lnTo>
                    <a:pt x="344" y="187"/>
                  </a:lnTo>
                  <a:cubicBezTo>
                    <a:pt x="344" y="93"/>
                    <a:pt x="250" y="0"/>
                    <a:pt x="156" y="0"/>
                  </a:cubicBezTo>
                  <a:cubicBezTo>
                    <a:pt x="62" y="0"/>
                    <a:pt x="0" y="93"/>
                    <a:pt x="0" y="187"/>
                  </a:cubicBezTo>
                  <a:cubicBezTo>
                    <a:pt x="0" y="281"/>
                    <a:pt x="62" y="343"/>
                    <a:pt x="156" y="343"/>
                  </a:cubicBezTo>
                  <a:cubicBezTo>
                    <a:pt x="250" y="343"/>
                    <a:pt x="344" y="281"/>
                    <a:pt x="344" y="18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91F469B-DAC9-49AB-3CB9-B69A2AD70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816475"/>
              <a:ext cx="382587" cy="663575"/>
            </a:xfrm>
            <a:custGeom>
              <a:avLst/>
              <a:gdLst>
                <a:gd name="T0" fmla="*/ 750 w 1063"/>
                <a:gd name="T1" fmla="*/ 531 h 1844"/>
                <a:gd name="T2" fmla="*/ 218 w 1063"/>
                <a:gd name="T3" fmla="*/ 1093 h 1844"/>
                <a:gd name="T4" fmla="*/ 218 w 1063"/>
                <a:gd name="T5" fmla="*/ 0 h 1844"/>
                <a:gd name="T6" fmla="*/ 0 w 1063"/>
                <a:gd name="T7" fmla="*/ 0 h 1844"/>
                <a:gd name="T8" fmla="*/ 0 w 1063"/>
                <a:gd name="T9" fmla="*/ 1843 h 1844"/>
                <a:gd name="T10" fmla="*/ 218 w 1063"/>
                <a:gd name="T11" fmla="*/ 1843 h 1844"/>
                <a:gd name="T12" fmla="*/ 218 w 1063"/>
                <a:gd name="T13" fmla="*/ 1187 h 1844"/>
                <a:gd name="T14" fmla="*/ 781 w 1063"/>
                <a:gd name="T15" fmla="*/ 1843 h 1844"/>
                <a:gd name="T16" fmla="*/ 1062 w 1063"/>
                <a:gd name="T17" fmla="*/ 1843 h 1844"/>
                <a:gd name="T18" fmla="*/ 468 w 1063"/>
                <a:gd name="T19" fmla="*/ 1156 h 1844"/>
                <a:gd name="T20" fmla="*/ 1031 w 1063"/>
                <a:gd name="T21" fmla="*/ 531 h 1844"/>
                <a:gd name="T22" fmla="*/ 750 w 1063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4">
                  <a:moveTo>
                    <a:pt x="750" y="531"/>
                  </a:moveTo>
                  <a:lnTo>
                    <a:pt x="218" y="1093"/>
                  </a:lnTo>
                  <a:lnTo>
                    <a:pt x="218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8" y="1843"/>
                  </a:lnTo>
                  <a:lnTo>
                    <a:pt x="218" y="1187"/>
                  </a:lnTo>
                  <a:lnTo>
                    <a:pt x="781" y="1843"/>
                  </a:lnTo>
                  <a:lnTo>
                    <a:pt x="1062" y="1843"/>
                  </a:lnTo>
                  <a:lnTo>
                    <a:pt x="468" y="1156"/>
                  </a:lnTo>
                  <a:lnTo>
                    <a:pt x="1031" y="531"/>
                  </a:lnTo>
                  <a:lnTo>
                    <a:pt x="750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28DA8F0-2EBE-AA5E-FF81-78435490F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4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A34AC24-E10B-B2C0-C80B-18773F172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963" y="5008563"/>
              <a:ext cx="282575" cy="473075"/>
            </a:xfrm>
            <a:custGeom>
              <a:avLst/>
              <a:gdLst>
                <a:gd name="T0" fmla="*/ 219 w 783"/>
                <a:gd name="T1" fmla="*/ 219 h 1313"/>
                <a:gd name="T2" fmla="*/ 219 w 783"/>
                <a:gd name="T3" fmla="*/ 219 h 1313"/>
                <a:gd name="T4" fmla="*/ 219 w 783"/>
                <a:gd name="T5" fmla="*/ 0 h 1313"/>
                <a:gd name="T6" fmla="*/ 0 w 783"/>
                <a:gd name="T7" fmla="*/ 0 h 1313"/>
                <a:gd name="T8" fmla="*/ 0 w 783"/>
                <a:gd name="T9" fmla="*/ 1312 h 1313"/>
                <a:gd name="T10" fmla="*/ 219 w 783"/>
                <a:gd name="T11" fmla="*/ 1312 h 1313"/>
                <a:gd name="T12" fmla="*/ 219 w 783"/>
                <a:gd name="T13" fmla="*/ 812 h 1313"/>
                <a:gd name="T14" fmla="*/ 313 w 783"/>
                <a:gd name="T15" fmla="*/ 344 h 1313"/>
                <a:gd name="T16" fmla="*/ 594 w 783"/>
                <a:gd name="T17" fmla="*/ 187 h 1313"/>
                <a:gd name="T18" fmla="*/ 719 w 783"/>
                <a:gd name="T19" fmla="*/ 219 h 1313"/>
                <a:gd name="T20" fmla="*/ 782 w 783"/>
                <a:gd name="T21" fmla="*/ 31 h 1313"/>
                <a:gd name="T22" fmla="*/ 594 w 783"/>
                <a:gd name="T23" fmla="*/ 0 h 1313"/>
                <a:gd name="T24" fmla="*/ 219 w 783"/>
                <a:gd name="T25" fmla="*/ 219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1313">
                  <a:moveTo>
                    <a:pt x="219" y="219"/>
                  </a:moveTo>
                  <a:lnTo>
                    <a:pt x="219" y="219"/>
                  </a:ln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812"/>
                    <a:pt x="219" y="812"/>
                    <a:pt x="219" y="812"/>
                  </a:cubicBezTo>
                  <a:cubicBezTo>
                    <a:pt x="219" y="625"/>
                    <a:pt x="250" y="469"/>
                    <a:pt x="313" y="344"/>
                  </a:cubicBezTo>
                  <a:cubicBezTo>
                    <a:pt x="407" y="250"/>
                    <a:pt x="469" y="187"/>
                    <a:pt x="594" y="187"/>
                  </a:cubicBezTo>
                  <a:cubicBezTo>
                    <a:pt x="625" y="187"/>
                    <a:pt x="688" y="187"/>
                    <a:pt x="719" y="219"/>
                  </a:cubicBezTo>
                  <a:cubicBezTo>
                    <a:pt x="782" y="31"/>
                    <a:pt x="782" y="31"/>
                    <a:pt x="782" y="31"/>
                  </a:cubicBezTo>
                  <a:cubicBezTo>
                    <a:pt x="719" y="0"/>
                    <a:pt x="657" y="0"/>
                    <a:pt x="594" y="0"/>
                  </a:cubicBezTo>
                  <a:cubicBezTo>
                    <a:pt x="438" y="0"/>
                    <a:pt x="282" y="94"/>
                    <a:pt x="219" y="21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48BAF4E-FC77-5149-465E-BE03BAA10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100" y="5008563"/>
              <a:ext cx="371475" cy="473075"/>
            </a:xfrm>
            <a:custGeom>
              <a:avLst/>
              <a:gdLst>
                <a:gd name="T0" fmla="*/ 656 w 1032"/>
                <a:gd name="T1" fmla="*/ 0 h 1313"/>
                <a:gd name="T2" fmla="*/ 656 w 1032"/>
                <a:gd name="T3" fmla="*/ 0 h 1313"/>
                <a:gd name="T4" fmla="*/ 219 w 1032"/>
                <a:gd name="T5" fmla="*/ 250 h 1313"/>
                <a:gd name="T6" fmla="*/ 219 w 1032"/>
                <a:gd name="T7" fmla="*/ 0 h 1313"/>
                <a:gd name="T8" fmla="*/ 0 w 1032"/>
                <a:gd name="T9" fmla="*/ 0 h 1313"/>
                <a:gd name="T10" fmla="*/ 0 w 1032"/>
                <a:gd name="T11" fmla="*/ 1312 h 1313"/>
                <a:gd name="T12" fmla="*/ 219 w 1032"/>
                <a:gd name="T13" fmla="*/ 1312 h 1313"/>
                <a:gd name="T14" fmla="*/ 219 w 1032"/>
                <a:gd name="T15" fmla="*/ 781 h 1313"/>
                <a:gd name="T16" fmla="*/ 312 w 1032"/>
                <a:gd name="T17" fmla="*/ 344 h 1313"/>
                <a:gd name="T18" fmla="*/ 594 w 1032"/>
                <a:gd name="T19" fmla="*/ 187 h 1313"/>
                <a:gd name="T20" fmla="*/ 812 w 1032"/>
                <a:gd name="T21" fmla="*/ 469 h 1313"/>
                <a:gd name="T22" fmla="*/ 812 w 1032"/>
                <a:gd name="T23" fmla="*/ 1312 h 1313"/>
                <a:gd name="T24" fmla="*/ 1031 w 1032"/>
                <a:gd name="T25" fmla="*/ 1312 h 1313"/>
                <a:gd name="T26" fmla="*/ 1031 w 1032"/>
                <a:gd name="T27" fmla="*/ 406 h 1313"/>
                <a:gd name="T28" fmla="*/ 656 w 1032"/>
                <a:gd name="T2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2" h="1313">
                  <a:moveTo>
                    <a:pt x="656" y="0"/>
                  </a:moveTo>
                  <a:lnTo>
                    <a:pt x="656" y="0"/>
                  </a:lnTo>
                  <a:cubicBezTo>
                    <a:pt x="469" y="0"/>
                    <a:pt x="312" y="62"/>
                    <a:pt x="219" y="25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781"/>
                    <a:pt x="219" y="781"/>
                    <a:pt x="219" y="781"/>
                  </a:cubicBezTo>
                  <a:cubicBezTo>
                    <a:pt x="219" y="594"/>
                    <a:pt x="250" y="469"/>
                    <a:pt x="312" y="344"/>
                  </a:cubicBezTo>
                  <a:cubicBezTo>
                    <a:pt x="406" y="250"/>
                    <a:pt x="500" y="187"/>
                    <a:pt x="594" y="187"/>
                  </a:cubicBezTo>
                  <a:cubicBezTo>
                    <a:pt x="750" y="187"/>
                    <a:pt x="812" y="281"/>
                    <a:pt x="812" y="469"/>
                  </a:cubicBezTo>
                  <a:cubicBezTo>
                    <a:pt x="812" y="1312"/>
                    <a:pt x="812" y="1312"/>
                    <a:pt x="812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06"/>
                    <a:pt x="1031" y="406"/>
                    <a:pt x="1031" y="406"/>
                  </a:cubicBezTo>
                  <a:cubicBezTo>
                    <a:pt x="1031" y="125"/>
                    <a:pt x="875" y="0"/>
                    <a:pt x="65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E0335A4-EBC8-DB48-F007-674C5C954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5008563"/>
              <a:ext cx="338137" cy="484187"/>
            </a:xfrm>
            <a:custGeom>
              <a:avLst/>
              <a:gdLst>
                <a:gd name="T0" fmla="*/ 313 w 939"/>
                <a:gd name="T1" fmla="*/ 344 h 1345"/>
                <a:gd name="T2" fmla="*/ 313 w 939"/>
                <a:gd name="T3" fmla="*/ 344 h 1345"/>
                <a:gd name="T4" fmla="*/ 500 w 939"/>
                <a:gd name="T5" fmla="*/ 187 h 1345"/>
                <a:gd name="T6" fmla="*/ 719 w 939"/>
                <a:gd name="T7" fmla="*/ 312 h 1345"/>
                <a:gd name="T8" fmla="*/ 875 w 939"/>
                <a:gd name="T9" fmla="*/ 187 h 1345"/>
                <a:gd name="T10" fmla="*/ 500 w 939"/>
                <a:gd name="T11" fmla="*/ 0 h 1345"/>
                <a:gd name="T12" fmla="*/ 94 w 939"/>
                <a:gd name="T13" fmla="*/ 344 h 1345"/>
                <a:gd name="T14" fmla="*/ 500 w 939"/>
                <a:gd name="T15" fmla="*/ 750 h 1345"/>
                <a:gd name="T16" fmla="*/ 719 w 939"/>
                <a:gd name="T17" fmla="*/ 937 h 1345"/>
                <a:gd name="T18" fmla="*/ 500 w 939"/>
                <a:gd name="T19" fmla="*/ 1156 h 1345"/>
                <a:gd name="T20" fmla="*/ 188 w 939"/>
                <a:gd name="T21" fmla="*/ 875 h 1345"/>
                <a:gd name="T22" fmla="*/ 0 w 939"/>
                <a:gd name="T23" fmla="*/ 1000 h 1345"/>
                <a:gd name="T24" fmla="*/ 500 w 939"/>
                <a:gd name="T25" fmla="*/ 1344 h 1345"/>
                <a:gd name="T26" fmla="*/ 938 w 939"/>
                <a:gd name="T27" fmla="*/ 937 h 1345"/>
                <a:gd name="T28" fmla="*/ 313 w 939"/>
                <a:gd name="T29" fmla="*/ 344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45">
                  <a:moveTo>
                    <a:pt x="313" y="344"/>
                  </a:moveTo>
                  <a:lnTo>
                    <a:pt x="313" y="344"/>
                  </a:lnTo>
                  <a:cubicBezTo>
                    <a:pt x="313" y="250"/>
                    <a:pt x="407" y="187"/>
                    <a:pt x="500" y="187"/>
                  </a:cubicBezTo>
                  <a:cubicBezTo>
                    <a:pt x="563" y="187"/>
                    <a:pt x="657" y="219"/>
                    <a:pt x="719" y="312"/>
                  </a:cubicBezTo>
                  <a:cubicBezTo>
                    <a:pt x="875" y="187"/>
                    <a:pt x="875" y="187"/>
                    <a:pt x="875" y="187"/>
                  </a:cubicBezTo>
                  <a:cubicBezTo>
                    <a:pt x="782" y="62"/>
                    <a:pt x="657" y="0"/>
                    <a:pt x="500" y="0"/>
                  </a:cubicBezTo>
                  <a:cubicBezTo>
                    <a:pt x="250" y="0"/>
                    <a:pt x="94" y="156"/>
                    <a:pt x="94" y="344"/>
                  </a:cubicBezTo>
                  <a:cubicBezTo>
                    <a:pt x="94" y="594"/>
                    <a:pt x="313" y="687"/>
                    <a:pt x="500" y="750"/>
                  </a:cubicBezTo>
                  <a:cubicBezTo>
                    <a:pt x="625" y="781"/>
                    <a:pt x="719" y="844"/>
                    <a:pt x="719" y="937"/>
                  </a:cubicBezTo>
                  <a:cubicBezTo>
                    <a:pt x="719" y="1062"/>
                    <a:pt x="657" y="1156"/>
                    <a:pt x="500" y="1156"/>
                  </a:cubicBezTo>
                  <a:cubicBezTo>
                    <a:pt x="375" y="1156"/>
                    <a:pt x="282" y="1062"/>
                    <a:pt x="188" y="875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4" y="1187"/>
                    <a:pt x="250" y="1344"/>
                    <a:pt x="500" y="1344"/>
                  </a:cubicBezTo>
                  <a:cubicBezTo>
                    <a:pt x="782" y="1344"/>
                    <a:pt x="938" y="1187"/>
                    <a:pt x="938" y="937"/>
                  </a:cubicBezTo>
                  <a:cubicBezTo>
                    <a:pt x="938" y="531"/>
                    <a:pt x="313" y="594"/>
                    <a:pt x="313" y="34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2D8F1D3-D48B-A3ED-CE37-34F8FCA2C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500" y="567213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12 h 1813"/>
                <a:gd name="T8" fmla="*/ 1094 w 1501"/>
                <a:gd name="T9" fmla="*/ 1312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093 h 1813"/>
                <a:gd name="T20" fmla="*/ 750 w 1501"/>
                <a:gd name="T21" fmla="*/ 281 h 1813"/>
                <a:gd name="T22" fmla="*/ 1031 w 1501"/>
                <a:gd name="T23" fmla="*/ 1093 h 1813"/>
                <a:gd name="T24" fmla="*/ 469 w 1501"/>
                <a:gd name="T25" fmla="*/ 1093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12"/>
                  </a:lnTo>
                  <a:lnTo>
                    <a:pt x="1094" y="1312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093"/>
                  </a:moveTo>
                  <a:lnTo>
                    <a:pt x="750" y="281"/>
                  </a:lnTo>
                  <a:lnTo>
                    <a:pt x="1031" y="1093"/>
                  </a:lnTo>
                  <a:lnTo>
                    <a:pt x="469" y="1093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687AF4B9-7044-DD77-919E-E0A3CBC7D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250" y="5986463"/>
              <a:ext cx="315913" cy="79375"/>
            </a:xfrm>
            <a:custGeom>
              <a:avLst/>
              <a:gdLst>
                <a:gd name="T0" fmla="*/ 0 w 876"/>
                <a:gd name="T1" fmla="*/ 218 h 219"/>
                <a:gd name="T2" fmla="*/ 875 w 876"/>
                <a:gd name="T3" fmla="*/ 218 h 219"/>
                <a:gd name="T4" fmla="*/ 875 w 876"/>
                <a:gd name="T5" fmla="*/ 0 h 219"/>
                <a:gd name="T6" fmla="*/ 0 w 876"/>
                <a:gd name="T7" fmla="*/ 0 h 219"/>
                <a:gd name="T8" fmla="*/ 0 w 876"/>
                <a:gd name="T9" fmla="*/ 218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6" h="219">
                  <a:moveTo>
                    <a:pt x="0" y="218"/>
                  </a:moveTo>
                  <a:lnTo>
                    <a:pt x="875" y="218"/>
                  </a:lnTo>
                  <a:lnTo>
                    <a:pt x="875" y="0"/>
                  </a:lnTo>
                  <a:lnTo>
                    <a:pt x="0" y="0"/>
                  </a:lnTo>
                  <a:lnTo>
                    <a:pt x="0" y="21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97233E5-B927-A6C2-60E0-E65BB93E6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3" y="5661025"/>
              <a:ext cx="382587" cy="663575"/>
            </a:xfrm>
            <a:custGeom>
              <a:avLst/>
              <a:gdLst>
                <a:gd name="T0" fmla="*/ 1000 w 1063"/>
                <a:gd name="T1" fmla="*/ 532 h 1845"/>
                <a:gd name="T2" fmla="*/ 719 w 1063"/>
                <a:gd name="T3" fmla="*/ 532 h 1845"/>
                <a:gd name="T4" fmla="*/ 219 w 1063"/>
                <a:gd name="T5" fmla="*/ 1094 h 1845"/>
                <a:gd name="T6" fmla="*/ 219 w 1063"/>
                <a:gd name="T7" fmla="*/ 0 h 1845"/>
                <a:gd name="T8" fmla="*/ 0 w 1063"/>
                <a:gd name="T9" fmla="*/ 0 h 1845"/>
                <a:gd name="T10" fmla="*/ 0 w 1063"/>
                <a:gd name="T11" fmla="*/ 1844 h 1845"/>
                <a:gd name="T12" fmla="*/ 219 w 1063"/>
                <a:gd name="T13" fmla="*/ 1844 h 1845"/>
                <a:gd name="T14" fmla="*/ 219 w 1063"/>
                <a:gd name="T15" fmla="*/ 1188 h 1845"/>
                <a:gd name="T16" fmla="*/ 781 w 1063"/>
                <a:gd name="T17" fmla="*/ 1844 h 1845"/>
                <a:gd name="T18" fmla="*/ 1062 w 1063"/>
                <a:gd name="T19" fmla="*/ 1844 h 1845"/>
                <a:gd name="T20" fmla="*/ 437 w 1063"/>
                <a:gd name="T21" fmla="*/ 1125 h 1845"/>
                <a:gd name="T22" fmla="*/ 1000 w 1063"/>
                <a:gd name="T23" fmla="*/ 532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5">
                  <a:moveTo>
                    <a:pt x="1000" y="532"/>
                  </a:moveTo>
                  <a:lnTo>
                    <a:pt x="719" y="532"/>
                  </a:lnTo>
                  <a:lnTo>
                    <a:pt x="219" y="1094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4"/>
                  </a:lnTo>
                  <a:lnTo>
                    <a:pt x="219" y="1844"/>
                  </a:lnTo>
                  <a:lnTo>
                    <a:pt x="219" y="1188"/>
                  </a:lnTo>
                  <a:lnTo>
                    <a:pt x="781" y="1844"/>
                  </a:lnTo>
                  <a:lnTo>
                    <a:pt x="1062" y="1844"/>
                  </a:lnTo>
                  <a:lnTo>
                    <a:pt x="437" y="1125"/>
                  </a:lnTo>
                  <a:lnTo>
                    <a:pt x="1000" y="53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0E25410-7FC9-0CF7-F3C0-347D2D21B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5840413"/>
              <a:ext cx="371475" cy="495300"/>
            </a:xfrm>
            <a:custGeom>
              <a:avLst/>
              <a:gdLst>
                <a:gd name="T0" fmla="*/ 499 w 1031"/>
                <a:gd name="T1" fmla="*/ 0 h 1376"/>
                <a:gd name="T2" fmla="*/ 499 w 1031"/>
                <a:gd name="T3" fmla="*/ 0 h 1376"/>
                <a:gd name="T4" fmla="*/ 31 w 1031"/>
                <a:gd name="T5" fmla="*/ 375 h 1376"/>
                <a:gd name="T6" fmla="*/ 250 w 1031"/>
                <a:gd name="T7" fmla="*/ 407 h 1376"/>
                <a:gd name="T8" fmla="*/ 499 w 1031"/>
                <a:gd name="T9" fmla="*/ 219 h 1376"/>
                <a:gd name="T10" fmla="*/ 811 w 1031"/>
                <a:gd name="T11" fmla="*/ 469 h 1376"/>
                <a:gd name="T12" fmla="*/ 811 w 1031"/>
                <a:gd name="T13" fmla="*/ 532 h 1376"/>
                <a:gd name="T14" fmla="*/ 592 w 1031"/>
                <a:gd name="T15" fmla="*/ 532 h 1376"/>
                <a:gd name="T16" fmla="*/ 0 w 1031"/>
                <a:gd name="T17" fmla="*/ 969 h 1376"/>
                <a:gd name="T18" fmla="*/ 405 w 1031"/>
                <a:gd name="T19" fmla="*/ 1375 h 1376"/>
                <a:gd name="T20" fmla="*/ 811 w 1031"/>
                <a:gd name="T21" fmla="*/ 1157 h 1376"/>
                <a:gd name="T22" fmla="*/ 842 w 1031"/>
                <a:gd name="T23" fmla="*/ 1344 h 1376"/>
                <a:gd name="T24" fmla="*/ 1030 w 1031"/>
                <a:gd name="T25" fmla="*/ 1344 h 1376"/>
                <a:gd name="T26" fmla="*/ 1030 w 1031"/>
                <a:gd name="T27" fmla="*/ 500 h 1376"/>
                <a:gd name="T28" fmla="*/ 499 w 1031"/>
                <a:gd name="T29" fmla="*/ 0 h 1376"/>
                <a:gd name="T30" fmla="*/ 811 w 1031"/>
                <a:gd name="T31" fmla="*/ 750 h 1376"/>
                <a:gd name="T32" fmla="*/ 811 w 1031"/>
                <a:gd name="T33" fmla="*/ 750 h 1376"/>
                <a:gd name="T34" fmla="*/ 686 w 1031"/>
                <a:gd name="T35" fmla="*/ 1063 h 1376"/>
                <a:gd name="T36" fmla="*/ 436 w 1031"/>
                <a:gd name="T37" fmla="*/ 1157 h 1376"/>
                <a:gd name="T38" fmla="*/ 218 w 1031"/>
                <a:gd name="T39" fmla="*/ 969 h 1376"/>
                <a:gd name="T40" fmla="*/ 561 w 1031"/>
                <a:gd name="T41" fmla="*/ 719 h 1376"/>
                <a:gd name="T42" fmla="*/ 811 w 1031"/>
                <a:gd name="T43" fmla="*/ 719 h 1376"/>
                <a:gd name="T44" fmla="*/ 499 w 1031"/>
                <a:gd name="T45" fmla="*/ 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1" h="1376">
                  <a:moveTo>
                    <a:pt x="499" y="0"/>
                  </a:moveTo>
                  <a:lnTo>
                    <a:pt x="499" y="0"/>
                  </a:lnTo>
                  <a:cubicBezTo>
                    <a:pt x="250" y="0"/>
                    <a:pt x="93" y="157"/>
                    <a:pt x="31" y="375"/>
                  </a:cubicBezTo>
                  <a:cubicBezTo>
                    <a:pt x="250" y="407"/>
                    <a:pt x="250" y="407"/>
                    <a:pt x="250" y="407"/>
                  </a:cubicBezTo>
                  <a:cubicBezTo>
                    <a:pt x="281" y="282"/>
                    <a:pt x="374" y="219"/>
                    <a:pt x="499" y="219"/>
                  </a:cubicBezTo>
                  <a:cubicBezTo>
                    <a:pt x="686" y="219"/>
                    <a:pt x="811" y="313"/>
                    <a:pt x="811" y="469"/>
                  </a:cubicBezTo>
                  <a:cubicBezTo>
                    <a:pt x="811" y="532"/>
                    <a:pt x="811" y="532"/>
                    <a:pt x="811" y="532"/>
                  </a:cubicBezTo>
                  <a:cubicBezTo>
                    <a:pt x="592" y="532"/>
                    <a:pt x="592" y="532"/>
                    <a:pt x="592" y="532"/>
                  </a:cubicBezTo>
                  <a:cubicBezTo>
                    <a:pt x="218" y="532"/>
                    <a:pt x="0" y="688"/>
                    <a:pt x="0" y="969"/>
                  </a:cubicBezTo>
                  <a:cubicBezTo>
                    <a:pt x="0" y="1219"/>
                    <a:pt x="156" y="1375"/>
                    <a:pt x="405" y="1375"/>
                  </a:cubicBezTo>
                  <a:cubicBezTo>
                    <a:pt x="561" y="1375"/>
                    <a:pt x="717" y="1282"/>
                    <a:pt x="811" y="1157"/>
                  </a:cubicBezTo>
                  <a:cubicBezTo>
                    <a:pt x="842" y="1344"/>
                    <a:pt x="842" y="1344"/>
                    <a:pt x="842" y="1344"/>
                  </a:cubicBezTo>
                  <a:cubicBezTo>
                    <a:pt x="1030" y="1344"/>
                    <a:pt x="1030" y="1344"/>
                    <a:pt x="1030" y="1344"/>
                  </a:cubicBezTo>
                  <a:cubicBezTo>
                    <a:pt x="1030" y="500"/>
                    <a:pt x="1030" y="500"/>
                    <a:pt x="1030" y="500"/>
                  </a:cubicBezTo>
                  <a:cubicBezTo>
                    <a:pt x="1030" y="157"/>
                    <a:pt x="811" y="0"/>
                    <a:pt x="499" y="0"/>
                  </a:cubicBezTo>
                  <a:lnTo>
                    <a:pt x="811" y="750"/>
                  </a:lnTo>
                  <a:lnTo>
                    <a:pt x="811" y="750"/>
                  </a:lnTo>
                  <a:cubicBezTo>
                    <a:pt x="811" y="907"/>
                    <a:pt x="749" y="1000"/>
                    <a:pt x="686" y="1063"/>
                  </a:cubicBezTo>
                  <a:cubicBezTo>
                    <a:pt x="624" y="1125"/>
                    <a:pt x="530" y="1157"/>
                    <a:pt x="436" y="1157"/>
                  </a:cubicBezTo>
                  <a:cubicBezTo>
                    <a:pt x="281" y="1157"/>
                    <a:pt x="218" y="1094"/>
                    <a:pt x="218" y="969"/>
                  </a:cubicBezTo>
                  <a:cubicBezTo>
                    <a:pt x="218" y="813"/>
                    <a:pt x="343" y="719"/>
                    <a:pt x="561" y="719"/>
                  </a:cubicBezTo>
                  <a:cubicBezTo>
                    <a:pt x="811" y="719"/>
                    <a:pt x="811" y="719"/>
                    <a:pt x="811" y="719"/>
                  </a:cubicBezTo>
                  <a:lnTo>
                    <a:pt x="49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F94A873-E7EB-6B25-F6BD-5DC903DC7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5840413"/>
              <a:ext cx="338138" cy="495300"/>
            </a:xfrm>
            <a:custGeom>
              <a:avLst/>
              <a:gdLst>
                <a:gd name="T0" fmla="*/ 313 w 939"/>
                <a:gd name="T1" fmla="*/ 375 h 1376"/>
                <a:gd name="T2" fmla="*/ 313 w 939"/>
                <a:gd name="T3" fmla="*/ 375 h 1376"/>
                <a:gd name="T4" fmla="*/ 469 w 939"/>
                <a:gd name="T5" fmla="*/ 219 h 1376"/>
                <a:gd name="T6" fmla="*/ 719 w 939"/>
                <a:gd name="T7" fmla="*/ 344 h 1376"/>
                <a:gd name="T8" fmla="*/ 875 w 939"/>
                <a:gd name="T9" fmla="*/ 219 h 1376"/>
                <a:gd name="T10" fmla="*/ 469 w 939"/>
                <a:gd name="T11" fmla="*/ 0 h 1376"/>
                <a:gd name="T12" fmla="*/ 94 w 939"/>
                <a:gd name="T13" fmla="*/ 375 h 1376"/>
                <a:gd name="T14" fmla="*/ 500 w 939"/>
                <a:gd name="T15" fmla="*/ 782 h 1376"/>
                <a:gd name="T16" fmla="*/ 688 w 939"/>
                <a:gd name="T17" fmla="*/ 969 h 1376"/>
                <a:gd name="T18" fmla="*/ 500 w 939"/>
                <a:gd name="T19" fmla="*/ 1157 h 1376"/>
                <a:gd name="T20" fmla="*/ 188 w 939"/>
                <a:gd name="T21" fmla="*/ 907 h 1376"/>
                <a:gd name="T22" fmla="*/ 0 w 939"/>
                <a:gd name="T23" fmla="*/ 1000 h 1376"/>
                <a:gd name="T24" fmla="*/ 500 w 939"/>
                <a:gd name="T25" fmla="*/ 1375 h 1376"/>
                <a:gd name="T26" fmla="*/ 938 w 939"/>
                <a:gd name="T27" fmla="*/ 938 h 1376"/>
                <a:gd name="T28" fmla="*/ 313 w 939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76">
                  <a:moveTo>
                    <a:pt x="313" y="375"/>
                  </a:moveTo>
                  <a:lnTo>
                    <a:pt x="313" y="375"/>
                  </a:lnTo>
                  <a:cubicBezTo>
                    <a:pt x="313" y="282"/>
                    <a:pt x="375" y="219"/>
                    <a:pt x="469" y="219"/>
                  </a:cubicBezTo>
                  <a:cubicBezTo>
                    <a:pt x="563" y="219"/>
                    <a:pt x="625" y="250"/>
                    <a:pt x="719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25" y="0"/>
                    <a:pt x="469" y="0"/>
                  </a:cubicBezTo>
                  <a:cubicBezTo>
                    <a:pt x="250" y="0"/>
                    <a:pt x="94" y="157"/>
                    <a:pt x="94" y="375"/>
                  </a:cubicBezTo>
                  <a:cubicBezTo>
                    <a:pt x="94" y="625"/>
                    <a:pt x="313" y="719"/>
                    <a:pt x="500" y="782"/>
                  </a:cubicBezTo>
                  <a:cubicBezTo>
                    <a:pt x="594" y="813"/>
                    <a:pt x="688" y="875"/>
                    <a:pt x="688" y="969"/>
                  </a:cubicBezTo>
                  <a:cubicBezTo>
                    <a:pt x="688" y="1094"/>
                    <a:pt x="625" y="1157"/>
                    <a:pt x="500" y="1157"/>
                  </a:cubicBezTo>
                  <a:cubicBezTo>
                    <a:pt x="344" y="1157"/>
                    <a:pt x="250" y="1094"/>
                    <a:pt x="188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63" y="1219"/>
                    <a:pt x="250" y="1375"/>
                    <a:pt x="500" y="1375"/>
                  </a:cubicBezTo>
                  <a:cubicBezTo>
                    <a:pt x="750" y="1375"/>
                    <a:pt x="938" y="1219"/>
                    <a:pt x="938" y="938"/>
                  </a:cubicBezTo>
                  <a:cubicBezTo>
                    <a:pt x="938" y="563"/>
                    <a:pt x="313" y="594"/>
                    <a:pt x="313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900371F-60B5-3B09-4E8E-C188E7976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388" y="5840413"/>
              <a:ext cx="338137" cy="495300"/>
            </a:xfrm>
            <a:custGeom>
              <a:avLst/>
              <a:gdLst>
                <a:gd name="T0" fmla="*/ 312 w 938"/>
                <a:gd name="T1" fmla="*/ 375 h 1376"/>
                <a:gd name="T2" fmla="*/ 312 w 938"/>
                <a:gd name="T3" fmla="*/ 375 h 1376"/>
                <a:gd name="T4" fmla="*/ 468 w 938"/>
                <a:gd name="T5" fmla="*/ 219 h 1376"/>
                <a:gd name="T6" fmla="*/ 718 w 938"/>
                <a:gd name="T7" fmla="*/ 344 h 1376"/>
                <a:gd name="T8" fmla="*/ 875 w 938"/>
                <a:gd name="T9" fmla="*/ 219 h 1376"/>
                <a:gd name="T10" fmla="*/ 500 w 938"/>
                <a:gd name="T11" fmla="*/ 0 h 1376"/>
                <a:gd name="T12" fmla="*/ 93 w 938"/>
                <a:gd name="T13" fmla="*/ 375 h 1376"/>
                <a:gd name="T14" fmla="*/ 500 w 938"/>
                <a:gd name="T15" fmla="*/ 782 h 1376"/>
                <a:gd name="T16" fmla="*/ 718 w 938"/>
                <a:gd name="T17" fmla="*/ 969 h 1376"/>
                <a:gd name="T18" fmla="*/ 500 w 938"/>
                <a:gd name="T19" fmla="*/ 1157 h 1376"/>
                <a:gd name="T20" fmla="*/ 187 w 938"/>
                <a:gd name="T21" fmla="*/ 907 h 1376"/>
                <a:gd name="T22" fmla="*/ 0 w 938"/>
                <a:gd name="T23" fmla="*/ 1000 h 1376"/>
                <a:gd name="T24" fmla="*/ 500 w 938"/>
                <a:gd name="T25" fmla="*/ 1375 h 1376"/>
                <a:gd name="T26" fmla="*/ 937 w 938"/>
                <a:gd name="T27" fmla="*/ 938 h 1376"/>
                <a:gd name="T28" fmla="*/ 312 w 938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8" h="1376">
                  <a:moveTo>
                    <a:pt x="312" y="375"/>
                  </a:moveTo>
                  <a:lnTo>
                    <a:pt x="312" y="375"/>
                  </a:lnTo>
                  <a:cubicBezTo>
                    <a:pt x="312" y="282"/>
                    <a:pt x="375" y="219"/>
                    <a:pt x="468" y="219"/>
                  </a:cubicBezTo>
                  <a:cubicBezTo>
                    <a:pt x="562" y="219"/>
                    <a:pt x="625" y="250"/>
                    <a:pt x="718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56" y="0"/>
                    <a:pt x="500" y="0"/>
                  </a:cubicBezTo>
                  <a:cubicBezTo>
                    <a:pt x="249" y="0"/>
                    <a:pt x="93" y="157"/>
                    <a:pt x="93" y="375"/>
                  </a:cubicBezTo>
                  <a:cubicBezTo>
                    <a:pt x="93" y="625"/>
                    <a:pt x="312" y="719"/>
                    <a:pt x="500" y="782"/>
                  </a:cubicBezTo>
                  <a:cubicBezTo>
                    <a:pt x="625" y="813"/>
                    <a:pt x="718" y="875"/>
                    <a:pt x="718" y="969"/>
                  </a:cubicBezTo>
                  <a:cubicBezTo>
                    <a:pt x="718" y="1094"/>
                    <a:pt x="625" y="1157"/>
                    <a:pt x="500" y="1157"/>
                  </a:cubicBezTo>
                  <a:cubicBezTo>
                    <a:pt x="375" y="1157"/>
                    <a:pt x="249" y="1094"/>
                    <a:pt x="187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3" y="1219"/>
                    <a:pt x="249" y="1375"/>
                    <a:pt x="500" y="1375"/>
                  </a:cubicBezTo>
                  <a:cubicBezTo>
                    <a:pt x="750" y="1375"/>
                    <a:pt x="937" y="1219"/>
                    <a:pt x="937" y="938"/>
                  </a:cubicBezTo>
                  <a:cubicBezTo>
                    <a:pt x="937" y="563"/>
                    <a:pt x="312" y="594"/>
                    <a:pt x="312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18766F36-62B1-6F57-0041-40E25C25D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868363"/>
              <a:ext cx="2947987" cy="3622675"/>
            </a:xfrm>
            <a:custGeom>
              <a:avLst/>
              <a:gdLst>
                <a:gd name="T0" fmla="*/ 4093 w 8188"/>
                <a:gd name="T1" fmla="*/ 1625 h 10062"/>
                <a:gd name="T2" fmla="*/ 6905 w 8188"/>
                <a:gd name="T3" fmla="*/ 10061 h 10062"/>
                <a:gd name="T4" fmla="*/ 8187 w 8188"/>
                <a:gd name="T5" fmla="*/ 10061 h 10062"/>
                <a:gd name="T6" fmla="*/ 4687 w 8188"/>
                <a:gd name="T7" fmla="*/ 0 h 10062"/>
                <a:gd name="T8" fmla="*/ 3500 w 8188"/>
                <a:gd name="T9" fmla="*/ 0 h 10062"/>
                <a:gd name="T10" fmla="*/ 0 w 8188"/>
                <a:gd name="T11" fmla="*/ 10061 h 10062"/>
                <a:gd name="T12" fmla="*/ 1281 w 8188"/>
                <a:gd name="T13" fmla="*/ 10061 h 10062"/>
                <a:gd name="T14" fmla="*/ 4093 w 8188"/>
                <a:gd name="T15" fmla="*/ 1625 h 10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88" h="10062">
                  <a:moveTo>
                    <a:pt x="4093" y="1625"/>
                  </a:moveTo>
                  <a:lnTo>
                    <a:pt x="6905" y="10061"/>
                  </a:lnTo>
                  <a:lnTo>
                    <a:pt x="8187" y="10061"/>
                  </a:lnTo>
                  <a:lnTo>
                    <a:pt x="4687" y="0"/>
                  </a:lnTo>
                  <a:lnTo>
                    <a:pt x="3500" y="0"/>
                  </a:lnTo>
                  <a:lnTo>
                    <a:pt x="0" y="10061"/>
                  </a:lnTo>
                  <a:lnTo>
                    <a:pt x="1281" y="10061"/>
                  </a:lnTo>
                  <a:lnTo>
                    <a:pt x="4093" y="162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2" name="Freeform 23">
              <a:extLst>
                <a:ext uri="{FF2B5EF4-FFF2-40B4-BE49-F238E27FC236}">
                  <a16:creationId xmlns:a16="http://schemas.microsoft.com/office/drawing/2014/main" id="{F1023868-54D0-FE42-65A8-55475B32B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0638" y="2770188"/>
              <a:ext cx="3295650" cy="1068387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5AA36A22-23DE-7461-1427-58C6D2BBD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0545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9A8B0C93-DB12-2063-8F9F-6A938F233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6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79687FED-1F8A-E0D2-79F8-FC128BC93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9765" y="5856056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0322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t Slide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F770596-15D7-B8CC-7B46-3DB51FE85F1C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87B3AB1B-BA71-BF13-6DFD-34EFC0903D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21500" y="5220402"/>
            <a:ext cx="579374" cy="540000"/>
            <a:chOff x="1255713" y="868363"/>
            <a:chExt cx="5884862" cy="5471880"/>
          </a:xfrm>
          <a:solidFill>
            <a:schemeClr val="tx1"/>
          </a:solidFill>
        </p:grpSpPr>
        <p:sp>
          <p:nvSpPr>
            <p:cNvPr id="4" name="Freeform 1">
              <a:extLst>
                <a:ext uri="{FF2B5EF4-FFF2-40B4-BE49-F238E27FC236}">
                  <a16:creationId xmlns:a16="http://schemas.microsoft.com/office/drawing/2014/main" id="{1B0A1847-91D8-DE7C-98C6-21D020B06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713" y="482758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44 h 1813"/>
                <a:gd name="T8" fmla="*/ 1094 w 1501"/>
                <a:gd name="T9" fmla="*/ 1344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125 h 1813"/>
                <a:gd name="T20" fmla="*/ 750 w 1501"/>
                <a:gd name="T21" fmla="*/ 281 h 1813"/>
                <a:gd name="T22" fmla="*/ 1031 w 1501"/>
                <a:gd name="T23" fmla="*/ 1125 h 1813"/>
                <a:gd name="T24" fmla="*/ 469 w 1501"/>
                <a:gd name="T25" fmla="*/ 1125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44"/>
                  </a:lnTo>
                  <a:lnTo>
                    <a:pt x="1094" y="1344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125"/>
                  </a:moveTo>
                  <a:lnTo>
                    <a:pt x="750" y="281"/>
                  </a:lnTo>
                  <a:lnTo>
                    <a:pt x="1031" y="1125"/>
                  </a:lnTo>
                  <a:lnTo>
                    <a:pt x="469" y="112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5" name="Freeform 2">
              <a:extLst>
                <a:ext uri="{FF2B5EF4-FFF2-40B4-BE49-F238E27FC236}">
                  <a16:creationId xmlns:a16="http://schemas.microsoft.com/office/drawing/2014/main" id="{85E10555-089A-2759-359F-E4DB7C185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500" y="4816475"/>
              <a:ext cx="382588" cy="663575"/>
            </a:xfrm>
            <a:custGeom>
              <a:avLst/>
              <a:gdLst>
                <a:gd name="T0" fmla="*/ 1031 w 1064"/>
                <a:gd name="T1" fmla="*/ 531 h 1844"/>
                <a:gd name="T2" fmla="*/ 750 w 1064"/>
                <a:gd name="T3" fmla="*/ 531 h 1844"/>
                <a:gd name="T4" fmla="*/ 219 w 1064"/>
                <a:gd name="T5" fmla="*/ 1093 h 1844"/>
                <a:gd name="T6" fmla="*/ 219 w 1064"/>
                <a:gd name="T7" fmla="*/ 0 h 1844"/>
                <a:gd name="T8" fmla="*/ 0 w 1064"/>
                <a:gd name="T9" fmla="*/ 0 h 1844"/>
                <a:gd name="T10" fmla="*/ 0 w 1064"/>
                <a:gd name="T11" fmla="*/ 1843 h 1844"/>
                <a:gd name="T12" fmla="*/ 219 w 1064"/>
                <a:gd name="T13" fmla="*/ 1843 h 1844"/>
                <a:gd name="T14" fmla="*/ 219 w 1064"/>
                <a:gd name="T15" fmla="*/ 1187 h 1844"/>
                <a:gd name="T16" fmla="*/ 781 w 1064"/>
                <a:gd name="T17" fmla="*/ 1843 h 1844"/>
                <a:gd name="T18" fmla="*/ 1063 w 1064"/>
                <a:gd name="T19" fmla="*/ 1843 h 1844"/>
                <a:gd name="T20" fmla="*/ 469 w 1064"/>
                <a:gd name="T21" fmla="*/ 1156 h 1844"/>
                <a:gd name="T22" fmla="*/ 1031 w 1064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4" h="1844">
                  <a:moveTo>
                    <a:pt x="1031" y="531"/>
                  </a:moveTo>
                  <a:lnTo>
                    <a:pt x="750" y="531"/>
                  </a:lnTo>
                  <a:lnTo>
                    <a:pt x="219" y="1093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9" y="1843"/>
                  </a:lnTo>
                  <a:lnTo>
                    <a:pt x="219" y="1187"/>
                  </a:lnTo>
                  <a:lnTo>
                    <a:pt x="781" y="1843"/>
                  </a:lnTo>
                  <a:lnTo>
                    <a:pt x="1063" y="1843"/>
                  </a:lnTo>
                  <a:lnTo>
                    <a:pt x="469" y="1156"/>
                  </a:lnTo>
                  <a:lnTo>
                    <a:pt x="1031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67C9257B-BB78-53A1-EB54-B0FAEAB09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200" y="5008563"/>
              <a:ext cx="371475" cy="484187"/>
            </a:xfrm>
            <a:custGeom>
              <a:avLst/>
              <a:gdLst>
                <a:gd name="T0" fmla="*/ 531 w 1032"/>
                <a:gd name="T1" fmla="*/ 0 h 1345"/>
                <a:gd name="T2" fmla="*/ 531 w 1032"/>
                <a:gd name="T3" fmla="*/ 0 h 1345"/>
                <a:gd name="T4" fmla="*/ 62 w 1032"/>
                <a:gd name="T5" fmla="*/ 344 h 1345"/>
                <a:gd name="T6" fmla="*/ 250 w 1032"/>
                <a:gd name="T7" fmla="*/ 406 h 1345"/>
                <a:gd name="T8" fmla="*/ 531 w 1032"/>
                <a:gd name="T9" fmla="*/ 187 h 1345"/>
                <a:gd name="T10" fmla="*/ 812 w 1032"/>
                <a:gd name="T11" fmla="*/ 469 h 1345"/>
                <a:gd name="T12" fmla="*/ 812 w 1032"/>
                <a:gd name="T13" fmla="*/ 500 h 1345"/>
                <a:gd name="T14" fmla="*/ 594 w 1032"/>
                <a:gd name="T15" fmla="*/ 500 h 1345"/>
                <a:gd name="T16" fmla="*/ 0 w 1032"/>
                <a:gd name="T17" fmla="*/ 937 h 1345"/>
                <a:gd name="T18" fmla="*/ 406 w 1032"/>
                <a:gd name="T19" fmla="*/ 1344 h 1345"/>
                <a:gd name="T20" fmla="*/ 812 w 1032"/>
                <a:gd name="T21" fmla="*/ 1125 h 1345"/>
                <a:gd name="T22" fmla="*/ 875 w 1032"/>
                <a:gd name="T23" fmla="*/ 1312 h 1345"/>
                <a:gd name="T24" fmla="*/ 1031 w 1032"/>
                <a:gd name="T25" fmla="*/ 1312 h 1345"/>
                <a:gd name="T26" fmla="*/ 1031 w 1032"/>
                <a:gd name="T27" fmla="*/ 469 h 1345"/>
                <a:gd name="T28" fmla="*/ 531 w 1032"/>
                <a:gd name="T29" fmla="*/ 0 h 1345"/>
                <a:gd name="T30" fmla="*/ 812 w 1032"/>
                <a:gd name="T31" fmla="*/ 750 h 1345"/>
                <a:gd name="T32" fmla="*/ 812 w 1032"/>
                <a:gd name="T33" fmla="*/ 750 h 1345"/>
                <a:gd name="T34" fmla="*/ 719 w 1032"/>
                <a:gd name="T35" fmla="*/ 1062 h 1345"/>
                <a:gd name="T36" fmla="*/ 437 w 1032"/>
                <a:gd name="T37" fmla="*/ 1156 h 1345"/>
                <a:gd name="T38" fmla="*/ 219 w 1032"/>
                <a:gd name="T39" fmla="*/ 937 h 1345"/>
                <a:gd name="T40" fmla="*/ 594 w 1032"/>
                <a:gd name="T41" fmla="*/ 719 h 1345"/>
                <a:gd name="T42" fmla="*/ 812 w 1032"/>
                <a:gd name="T43" fmla="*/ 719 h 1345"/>
                <a:gd name="T44" fmla="*/ 531 w 1032"/>
                <a:gd name="T45" fmla="*/ 0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2" h="1345">
                  <a:moveTo>
                    <a:pt x="531" y="0"/>
                  </a:moveTo>
                  <a:lnTo>
                    <a:pt x="531" y="0"/>
                  </a:lnTo>
                  <a:cubicBezTo>
                    <a:pt x="281" y="0"/>
                    <a:pt x="94" y="125"/>
                    <a:pt x="62" y="344"/>
                  </a:cubicBezTo>
                  <a:cubicBezTo>
                    <a:pt x="250" y="406"/>
                    <a:pt x="250" y="406"/>
                    <a:pt x="250" y="406"/>
                  </a:cubicBezTo>
                  <a:cubicBezTo>
                    <a:pt x="281" y="250"/>
                    <a:pt x="375" y="187"/>
                    <a:pt x="531" y="187"/>
                  </a:cubicBezTo>
                  <a:cubicBezTo>
                    <a:pt x="719" y="187"/>
                    <a:pt x="812" y="281"/>
                    <a:pt x="812" y="469"/>
                  </a:cubicBezTo>
                  <a:cubicBezTo>
                    <a:pt x="812" y="500"/>
                    <a:pt x="812" y="500"/>
                    <a:pt x="812" y="500"/>
                  </a:cubicBezTo>
                  <a:cubicBezTo>
                    <a:pt x="594" y="500"/>
                    <a:pt x="594" y="500"/>
                    <a:pt x="594" y="500"/>
                  </a:cubicBezTo>
                  <a:cubicBezTo>
                    <a:pt x="219" y="500"/>
                    <a:pt x="0" y="656"/>
                    <a:pt x="0" y="937"/>
                  </a:cubicBezTo>
                  <a:cubicBezTo>
                    <a:pt x="0" y="1219"/>
                    <a:pt x="187" y="1344"/>
                    <a:pt x="406" y="1344"/>
                  </a:cubicBezTo>
                  <a:cubicBezTo>
                    <a:pt x="594" y="1344"/>
                    <a:pt x="719" y="1281"/>
                    <a:pt x="812" y="1125"/>
                  </a:cubicBezTo>
                  <a:cubicBezTo>
                    <a:pt x="875" y="1312"/>
                    <a:pt x="875" y="1312"/>
                    <a:pt x="875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69"/>
                    <a:pt x="1031" y="469"/>
                    <a:pt x="1031" y="469"/>
                  </a:cubicBezTo>
                  <a:cubicBezTo>
                    <a:pt x="1031" y="156"/>
                    <a:pt x="844" y="0"/>
                    <a:pt x="531" y="0"/>
                  </a:cubicBezTo>
                  <a:lnTo>
                    <a:pt x="812" y="750"/>
                  </a:lnTo>
                  <a:lnTo>
                    <a:pt x="812" y="750"/>
                  </a:lnTo>
                  <a:cubicBezTo>
                    <a:pt x="812" y="875"/>
                    <a:pt x="781" y="969"/>
                    <a:pt x="719" y="1062"/>
                  </a:cubicBezTo>
                  <a:cubicBezTo>
                    <a:pt x="625" y="1125"/>
                    <a:pt x="531" y="1156"/>
                    <a:pt x="437" y="1156"/>
                  </a:cubicBezTo>
                  <a:cubicBezTo>
                    <a:pt x="312" y="1156"/>
                    <a:pt x="219" y="1062"/>
                    <a:pt x="219" y="937"/>
                  </a:cubicBezTo>
                  <a:cubicBezTo>
                    <a:pt x="219" y="781"/>
                    <a:pt x="344" y="719"/>
                    <a:pt x="594" y="719"/>
                  </a:cubicBezTo>
                  <a:cubicBezTo>
                    <a:pt x="812" y="719"/>
                    <a:pt x="812" y="719"/>
                    <a:pt x="812" y="719"/>
                  </a:cubicBezTo>
                  <a:lnTo>
                    <a:pt x="531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852FF768-D27F-A2B3-28E8-F49593D55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816475"/>
              <a:ext cx="427037" cy="674688"/>
            </a:xfrm>
            <a:custGeom>
              <a:avLst/>
              <a:gdLst>
                <a:gd name="T0" fmla="*/ 562 w 1188"/>
                <a:gd name="T1" fmla="*/ 1875 h 1876"/>
                <a:gd name="T2" fmla="*/ 562 w 1188"/>
                <a:gd name="T3" fmla="*/ 1875 h 1876"/>
                <a:gd name="T4" fmla="*/ 969 w 1188"/>
                <a:gd name="T5" fmla="*/ 1687 h 1876"/>
                <a:gd name="T6" fmla="*/ 969 w 1188"/>
                <a:gd name="T7" fmla="*/ 1843 h 1876"/>
                <a:gd name="T8" fmla="*/ 1187 w 1188"/>
                <a:gd name="T9" fmla="*/ 1843 h 1876"/>
                <a:gd name="T10" fmla="*/ 1187 w 1188"/>
                <a:gd name="T11" fmla="*/ 0 h 1876"/>
                <a:gd name="T12" fmla="*/ 969 w 1188"/>
                <a:gd name="T13" fmla="*/ 0 h 1876"/>
                <a:gd name="T14" fmla="*/ 969 w 1188"/>
                <a:gd name="T15" fmla="*/ 687 h 1876"/>
                <a:gd name="T16" fmla="*/ 812 w 1188"/>
                <a:gd name="T17" fmla="*/ 562 h 1876"/>
                <a:gd name="T18" fmla="*/ 562 w 1188"/>
                <a:gd name="T19" fmla="*/ 531 h 1876"/>
                <a:gd name="T20" fmla="*/ 0 w 1188"/>
                <a:gd name="T21" fmla="*/ 1187 h 1876"/>
                <a:gd name="T22" fmla="*/ 562 w 1188"/>
                <a:gd name="T23" fmla="*/ 1875 h 1876"/>
                <a:gd name="T24" fmla="*/ 594 w 1188"/>
                <a:gd name="T25" fmla="*/ 718 h 1876"/>
                <a:gd name="T26" fmla="*/ 594 w 1188"/>
                <a:gd name="T27" fmla="*/ 718 h 1876"/>
                <a:gd name="T28" fmla="*/ 969 w 1188"/>
                <a:gd name="T29" fmla="*/ 1187 h 1876"/>
                <a:gd name="T30" fmla="*/ 594 w 1188"/>
                <a:gd name="T31" fmla="*/ 1687 h 1876"/>
                <a:gd name="T32" fmla="*/ 219 w 1188"/>
                <a:gd name="T33" fmla="*/ 1187 h 1876"/>
                <a:gd name="T34" fmla="*/ 594 w 1188"/>
                <a:gd name="T35" fmla="*/ 718 h 1876"/>
                <a:gd name="T36" fmla="*/ 562 w 1188"/>
                <a:gd name="T37" fmla="*/ 1875 h 1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88" h="1876">
                  <a:moveTo>
                    <a:pt x="562" y="1875"/>
                  </a:moveTo>
                  <a:lnTo>
                    <a:pt x="562" y="1875"/>
                  </a:lnTo>
                  <a:cubicBezTo>
                    <a:pt x="719" y="1875"/>
                    <a:pt x="906" y="1781"/>
                    <a:pt x="969" y="1687"/>
                  </a:cubicBezTo>
                  <a:cubicBezTo>
                    <a:pt x="969" y="1843"/>
                    <a:pt x="969" y="1843"/>
                    <a:pt x="969" y="1843"/>
                  </a:cubicBezTo>
                  <a:cubicBezTo>
                    <a:pt x="1187" y="1843"/>
                    <a:pt x="1187" y="1843"/>
                    <a:pt x="1187" y="1843"/>
                  </a:cubicBezTo>
                  <a:cubicBezTo>
                    <a:pt x="1187" y="0"/>
                    <a:pt x="1187" y="0"/>
                    <a:pt x="1187" y="0"/>
                  </a:cubicBezTo>
                  <a:cubicBezTo>
                    <a:pt x="969" y="0"/>
                    <a:pt x="969" y="0"/>
                    <a:pt x="969" y="0"/>
                  </a:cubicBezTo>
                  <a:cubicBezTo>
                    <a:pt x="969" y="687"/>
                    <a:pt x="969" y="687"/>
                    <a:pt x="969" y="687"/>
                  </a:cubicBezTo>
                  <a:cubicBezTo>
                    <a:pt x="937" y="656"/>
                    <a:pt x="875" y="625"/>
                    <a:pt x="812" y="562"/>
                  </a:cubicBezTo>
                  <a:cubicBezTo>
                    <a:pt x="719" y="531"/>
                    <a:pt x="656" y="531"/>
                    <a:pt x="562" y="531"/>
                  </a:cubicBezTo>
                  <a:cubicBezTo>
                    <a:pt x="187" y="531"/>
                    <a:pt x="0" y="781"/>
                    <a:pt x="0" y="1187"/>
                  </a:cubicBezTo>
                  <a:cubicBezTo>
                    <a:pt x="0" y="1593"/>
                    <a:pt x="187" y="1875"/>
                    <a:pt x="562" y="1875"/>
                  </a:cubicBezTo>
                  <a:lnTo>
                    <a:pt x="594" y="718"/>
                  </a:lnTo>
                  <a:lnTo>
                    <a:pt x="594" y="718"/>
                  </a:lnTo>
                  <a:cubicBezTo>
                    <a:pt x="844" y="718"/>
                    <a:pt x="969" y="906"/>
                    <a:pt x="969" y="1187"/>
                  </a:cubicBezTo>
                  <a:cubicBezTo>
                    <a:pt x="969" y="1468"/>
                    <a:pt x="844" y="1687"/>
                    <a:pt x="594" y="1687"/>
                  </a:cubicBezTo>
                  <a:cubicBezTo>
                    <a:pt x="375" y="1687"/>
                    <a:pt x="219" y="1468"/>
                    <a:pt x="219" y="1187"/>
                  </a:cubicBezTo>
                  <a:cubicBezTo>
                    <a:pt x="219" y="906"/>
                    <a:pt x="375" y="718"/>
                    <a:pt x="594" y="718"/>
                  </a:cubicBezTo>
                  <a:lnTo>
                    <a:pt x="562" y="187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489B71FE-097C-D1E4-1144-852617CC3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5008563"/>
              <a:ext cx="641350" cy="473075"/>
            </a:xfrm>
            <a:custGeom>
              <a:avLst/>
              <a:gdLst>
                <a:gd name="T0" fmla="*/ 1780 w 1781"/>
                <a:gd name="T1" fmla="*/ 1312 h 1313"/>
                <a:gd name="T2" fmla="*/ 1780 w 1781"/>
                <a:gd name="T3" fmla="*/ 1312 h 1313"/>
                <a:gd name="T4" fmla="*/ 1780 w 1781"/>
                <a:gd name="T5" fmla="*/ 406 h 1313"/>
                <a:gd name="T6" fmla="*/ 1405 w 1781"/>
                <a:gd name="T7" fmla="*/ 0 h 1313"/>
                <a:gd name="T8" fmla="*/ 968 w 1781"/>
                <a:gd name="T9" fmla="*/ 250 h 1313"/>
                <a:gd name="T10" fmla="*/ 625 w 1781"/>
                <a:gd name="T11" fmla="*/ 0 h 1313"/>
                <a:gd name="T12" fmla="*/ 218 w 1781"/>
                <a:gd name="T13" fmla="*/ 250 h 1313"/>
                <a:gd name="T14" fmla="*/ 218 w 1781"/>
                <a:gd name="T15" fmla="*/ 0 h 1313"/>
                <a:gd name="T16" fmla="*/ 0 w 1781"/>
                <a:gd name="T17" fmla="*/ 0 h 1313"/>
                <a:gd name="T18" fmla="*/ 0 w 1781"/>
                <a:gd name="T19" fmla="*/ 1312 h 1313"/>
                <a:gd name="T20" fmla="*/ 218 w 1781"/>
                <a:gd name="T21" fmla="*/ 1312 h 1313"/>
                <a:gd name="T22" fmla="*/ 218 w 1781"/>
                <a:gd name="T23" fmla="*/ 781 h 1313"/>
                <a:gd name="T24" fmla="*/ 562 w 1781"/>
                <a:gd name="T25" fmla="*/ 187 h 1313"/>
                <a:gd name="T26" fmla="*/ 781 w 1781"/>
                <a:gd name="T27" fmla="*/ 437 h 1313"/>
                <a:gd name="T28" fmla="*/ 781 w 1781"/>
                <a:gd name="T29" fmla="*/ 1312 h 1313"/>
                <a:gd name="T30" fmla="*/ 1000 w 1781"/>
                <a:gd name="T31" fmla="*/ 1312 h 1313"/>
                <a:gd name="T32" fmla="*/ 1000 w 1781"/>
                <a:gd name="T33" fmla="*/ 781 h 1313"/>
                <a:gd name="T34" fmla="*/ 1343 w 1781"/>
                <a:gd name="T35" fmla="*/ 187 h 1313"/>
                <a:gd name="T36" fmla="*/ 1561 w 1781"/>
                <a:gd name="T37" fmla="*/ 437 h 1313"/>
                <a:gd name="T38" fmla="*/ 1561 w 1781"/>
                <a:gd name="T39" fmla="*/ 1312 h 1313"/>
                <a:gd name="T40" fmla="*/ 1780 w 1781"/>
                <a:gd name="T41" fmla="*/ 1312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81" h="1313">
                  <a:moveTo>
                    <a:pt x="1780" y="1312"/>
                  </a:moveTo>
                  <a:lnTo>
                    <a:pt x="1780" y="1312"/>
                  </a:lnTo>
                  <a:cubicBezTo>
                    <a:pt x="1780" y="406"/>
                    <a:pt x="1780" y="406"/>
                    <a:pt x="1780" y="406"/>
                  </a:cubicBezTo>
                  <a:cubicBezTo>
                    <a:pt x="1780" y="125"/>
                    <a:pt x="1655" y="0"/>
                    <a:pt x="1405" y="0"/>
                  </a:cubicBezTo>
                  <a:cubicBezTo>
                    <a:pt x="1218" y="0"/>
                    <a:pt x="1062" y="94"/>
                    <a:pt x="968" y="250"/>
                  </a:cubicBezTo>
                  <a:cubicBezTo>
                    <a:pt x="937" y="94"/>
                    <a:pt x="812" y="0"/>
                    <a:pt x="625" y="0"/>
                  </a:cubicBezTo>
                  <a:cubicBezTo>
                    <a:pt x="437" y="0"/>
                    <a:pt x="312" y="62"/>
                    <a:pt x="218" y="25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8" y="1312"/>
                    <a:pt x="218" y="1312"/>
                    <a:pt x="218" y="1312"/>
                  </a:cubicBezTo>
                  <a:cubicBezTo>
                    <a:pt x="218" y="781"/>
                    <a:pt x="218" y="781"/>
                    <a:pt x="218" y="781"/>
                  </a:cubicBezTo>
                  <a:cubicBezTo>
                    <a:pt x="218" y="406"/>
                    <a:pt x="375" y="187"/>
                    <a:pt x="562" y="187"/>
                  </a:cubicBezTo>
                  <a:cubicBezTo>
                    <a:pt x="718" y="187"/>
                    <a:pt x="781" y="281"/>
                    <a:pt x="781" y="437"/>
                  </a:cubicBezTo>
                  <a:cubicBezTo>
                    <a:pt x="781" y="1312"/>
                    <a:pt x="781" y="1312"/>
                    <a:pt x="781" y="1312"/>
                  </a:cubicBezTo>
                  <a:cubicBezTo>
                    <a:pt x="1000" y="1312"/>
                    <a:pt x="1000" y="1312"/>
                    <a:pt x="1000" y="1312"/>
                  </a:cubicBezTo>
                  <a:cubicBezTo>
                    <a:pt x="1000" y="781"/>
                    <a:pt x="1000" y="781"/>
                    <a:pt x="1000" y="781"/>
                  </a:cubicBezTo>
                  <a:cubicBezTo>
                    <a:pt x="1000" y="406"/>
                    <a:pt x="1156" y="187"/>
                    <a:pt x="1343" y="187"/>
                  </a:cubicBezTo>
                  <a:cubicBezTo>
                    <a:pt x="1499" y="187"/>
                    <a:pt x="1561" y="281"/>
                    <a:pt x="1561" y="437"/>
                  </a:cubicBezTo>
                  <a:cubicBezTo>
                    <a:pt x="1561" y="1312"/>
                    <a:pt x="1561" y="1312"/>
                    <a:pt x="1561" y="1312"/>
                  </a:cubicBezTo>
                  <a:lnTo>
                    <a:pt x="1780" y="131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D4C8AD0-0AAF-5D57-CB20-D63BB1277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5008563"/>
              <a:ext cx="79375" cy="473075"/>
            </a:xfrm>
            <a:custGeom>
              <a:avLst/>
              <a:gdLst>
                <a:gd name="T0" fmla="*/ 219 w 220"/>
                <a:gd name="T1" fmla="*/ 0 h 1313"/>
                <a:gd name="T2" fmla="*/ 0 w 220"/>
                <a:gd name="T3" fmla="*/ 0 h 1313"/>
                <a:gd name="T4" fmla="*/ 0 w 220"/>
                <a:gd name="T5" fmla="*/ 1312 h 1313"/>
                <a:gd name="T6" fmla="*/ 219 w 220"/>
                <a:gd name="T7" fmla="*/ 1312 h 1313"/>
                <a:gd name="T8" fmla="*/ 219 w 220"/>
                <a:gd name="T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313">
                  <a:moveTo>
                    <a:pt x="219" y="0"/>
                  </a:moveTo>
                  <a:lnTo>
                    <a:pt x="0" y="0"/>
                  </a:lnTo>
                  <a:lnTo>
                    <a:pt x="0" y="1312"/>
                  </a:lnTo>
                  <a:lnTo>
                    <a:pt x="219" y="1312"/>
                  </a:lnTo>
                  <a:lnTo>
                    <a:pt x="21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0448A600-815A-7142-327D-F366D0494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238" y="4816475"/>
              <a:ext cx="123825" cy="123825"/>
            </a:xfrm>
            <a:custGeom>
              <a:avLst/>
              <a:gdLst>
                <a:gd name="T0" fmla="*/ 344 w 345"/>
                <a:gd name="T1" fmla="*/ 187 h 344"/>
                <a:gd name="T2" fmla="*/ 344 w 345"/>
                <a:gd name="T3" fmla="*/ 187 h 344"/>
                <a:gd name="T4" fmla="*/ 156 w 345"/>
                <a:gd name="T5" fmla="*/ 0 h 344"/>
                <a:gd name="T6" fmla="*/ 0 w 345"/>
                <a:gd name="T7" fmla="*/ 187 h 344"/>
                <a:gd name="T8" fmla="*/ 156 w 345"/>
                <a:gd name="T9" fmla="*/ 343 h 344"/>
                <a:gd name="T10" fmla="*/ 344 w 345"/>
                <a:gd name="T11" fmla="*/ 187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5" h="344">
                  <a:moveTo>
                    <a:pt x="344" y="187"/>
                  </a:moveTo>
                  <a:lnTo>
                    <a:pt x="344" y="187"/>
                  </a:lnTo>
                  <a:cubicBezTo>
                    <a:pt x="344" y="93"/>
                    <a:pt x="250" y="0"/>
                    <a:pt x="156" y="0"/>
                  </a:cubicBezTo>
                  <a:cubicBezTo>
                    <a:pt x="62" y="0"/>
                    <a:pt x="0" y="93"/>
                    <a:pt x="0" y="187"/>
                  </a:cubicBezTo>
                  <a:cubicBezTo>
                    <a:pt x="0" y="281"/>
                    <a:pt x="62" y="343"/>
                    <a:pt x="156" y="343"/>
                  </a:cubicBezTo>
                  <a:cubicBezTo>
                    <a:pt x="250" y="343"/>
                    <a:pt x="344" y="281"/>
                    <a:pt x="344" y="18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3C2A79AB-C611-1BC8-55E4-D16739A91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816475"/>
              <a:ext cx="382587" cy="663575"/>
            </a:xfrm>
            <a:custGeom>
              <a:avLst/>
              <a:gdLst>
                <a:gd name="T0" fmla="*/ 750 w 1063"/>
                <a:gd name="T1" fmla="*/ 531 h 1844"/>
                <a:gd name="T2" fmla="*/ 218 w 1063"/>
                <a:gd name="T3" fmla="*/ 1093 h 1844"/>
                <a:gd name="T4" fmla="*/ 218 w 1063"/>
                <a:gd name="T5" fmla="*/ 0 h 1844"/>
                <a:gd name="T6" fmla="*/ 0 w 1063"/>
                <a:gd name="T7" fmla="*/ 0 h 1844"/>
                <a:gd name="T8" fmla="*/ 0 w 1063"/>
                <a:gd name="T9" fmla="*/ 1843 h 1844"/>
                <a:gd name="T10" fmla="*/ 218 w 1063"/>
                <a:gd name="T11" fmla="*/ 1843 h 1844"/>
                <a:gd name="T12" fmla="*/ 218 w 1063"/>
                <a:gd name="T13" fmla="*/ 1187 h 1844"/>
                <a:gd name="T14" fmla="*/ 781 w 1063"/>
                <a:gd name="T15" fmla="*/ 1843 h 1844"/>
                <a:gd name="T16" fmla="*/ 1062 w 1063"/>
                <a:gd name="T17" fmla="*/ 1843 h 1844"/>
                <a:gd name="T18" fmla="*/ 468 w 1063"/>
                <a:gd name="T19" fmla="*/ 1156 h 1844"/>
                <a:gd name="T20" fmla="*/ 1031 w 1063"/>
                <a:gd name="T21" fmla="*/ 531 h 1844"/>
                <a:gd name="T22" fmla="*/ 750 w 1063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4">
                  <a:moveTo>
                    <a:pt x="750" y="531"/>
                  </a:moveTo>
                  <a:lnTo>
                    <a:pt x="218" y="1093"/>
                  </a:lnTo>
                  <a:lnTo>
                    <a:pt x="218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8" y="1843"/>
                  </a:lnTo>
                  <a:lnTo>
                    <a:pt x="218" y="1187"/>
                  </a:lnTo>
                  <a:lnTo>
                    <a:pt x="781" y="1843"/>
                  </a:lnTo>
                  <a:lnTo>
                    <a:pt x="1062" y="1843"/>
                  </a:lnTo>
                  <a:lnTo>
                    <a:pt x="468" y="1156"/>
                  </a:lnTo>
                  <a:lnTo>
                    <a:pt x="1031" y="531"/>
                  </a:lnTo>
                  <a:lnTo>
                    <a:pt x="750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701D7883-AD30-F42D-C357-4B7AF1595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4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5DAC73B3-64E3-A137-8215-244D606C1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963" y="5008563"/>
              <a:ext cx="282575" cy="473075"/>
            </a:xfrm>
            <a:custGeom>
              <a:avLst/>
              <a:gdLst>
                <a:gd name="T0" fmla="*/ 219 w 783"/>
                <a:gd name="T1" fmla="*/ 219 h 1313"/>
                <a:gd name="T2" fmla="*/ 219 w 783"/>
                <a:gd name="T3" fmla="*/ 219 h 1313"/>
                <a:gd name="T4" fmla="*/ 219 w 783"/>
                <a:gd name="T5" fmla="*/ 0 h 1313"/>
                <a:gd name="T6" fmla="*/ 0 w 783"/>
                <a:gd name="T7" fmla="*/ 0 h 1313"/>
                <a:gd name="T8" fmla="*/ 0 w 783"/>
                <a:gd name="T9" fmla="*/ 1312 h 1313"/>
                <a:gd name="T10" fmla="*/ 219 w 783"/>
                <a:gd name="T11" fmla="*/ 1312 h 1313"/>
                <a:gd name="T12" fmla="*/ 219 w 783"/>
                <a:gd name="T13" fmla="*/ 812 h 1313"/>
                <a:gd name="T14" fmla="*/ 313 w 783"/>
                <a:gd name="T15" fmla="*/ 344 h 1313"/>
                <a:gd name="T16" fmla="*/ 594 w 783"/>
                <a:gd name="T17" fmla="*/ 187 h 1313"/>
                <a:gd name="T18" fmla="*/ 719 w 783"/>
                <a:gd name="T19" fmla="*/ 219 h 1313"/>
                <a:gd name="T20" fmla="*/ 782 w 783"/>
                <a:gd name="T21" fmla="*/ 31 h 1313"/>
                <a:gd name="T22" fmla="*/ 594 w 783"/>
                <a:gd name="T23" fmla="*/ 0 h 1313"/>
                <a:gd name="T24" fmla="*/ 219 w 783"/>
                <a:gd name="T25" fmla="*/ 219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1313">
                  <a:moveTo>
                    <a:pt x="219" y="219"/>
                  </a:moveTo>
                  <a:lnTo>
                    <a:pt x="219" y="219"/>
                  </a:ln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812"/>
                    <a:pt x="219" y="812"/>
                    <a:pt x="219" y="812"/>
                  </a:cubicBezTo>
                  <a:cubicBezTo>
                    <a:pt x="219" y="625"/>
                    <a:pt x="250" y="469"/>
                    <a:pt x="313" y="344"/>
                  </a:cubicBezTo>
                  <a:cubicBezTo>
                    <a:pt x="407" y="250"/>
                    <a:pt x="469" y="187"/>
                    <a:pt x="594" y="187"/>
                  </a:cubicBezTo>
                  <a:cubicBezTo>
                    <a:pt x="625" y="187"/>
                    <a:pt x="688" y="187"/>
                    <a:pt x="719" y="219"/>
                  </a:cubicBezTo>
                  <a:cubicBezTo>
                    <a:pt x="782" y="31"/>
                    <a:pt x="782" y="31"/>
                    <a:pt x="782" y="31"/>
                  </a:cubicBezTo>
                  <a:cubicBezTo>
                    <a:pt x="719" y="0"/>
                    <a:pt x="657" y="0"/>
                    <a:pt x="594" y="0"/>
                  </a:cubicBezTo>
                  <a:cubicBezTo>
                    <a:pt x="438" y="0"/>
                    <a:pt x="282" y="94"/>
                    <a:pt x="219" y="21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4CD1997-C970-517F-9971-092F2A368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100" y="5008563"/>
              <a:ext cx="371475" cy="473075"/>
            </a:xfrm>
            <a:custGeom>
              <a:avLst/>
              <a:gdLst>
                <a:gd name="T0" fmla="*/ 656 w 1032"/>
                <a:gd name="T1" fmla="*/ 0 h 1313"/>
                <a:gd name="T2" fmla="*/ 656 w 1032"/>
                <a:gd name="T3" fmla="*/ 0 h 1313"/>
                <a:gd name="T4" fmla="*/ 219 w 1032"/>
                <a:gd name="T5" fmla="*/ 250 h 1313"/>
                <a:gd name="T6" fmla="*/ 219 w 1032"/>
                <a:gd name="T7" fmla="*/ 0 h 1313"/>
                <a:gd name="T8" fmla="*/ 0 w 1032"/>
                <a:gd name="T9" fmla="*/ 0 h 1313"/>
                <a:gd name="T10" fmla="*/ 0 w 1032"/>
                <a:gd name="T11" fmla="*/ 1312 h 1313"/>
                <a:gd name="T12" fmla="*/ 219 w 1032"/>
                <a:gd name="T13" fmla="*/ 1312 h 1313"/>
                <a:gd name="T14" fmla="*/ 219 w 1032"/>
                <a:gd name="T15" fmla="*/ 781 h 1313"/>
                <a:gd name="T16" fmla="*/ 312 w 1032"/>
                <a:gd name="T17" fmla="*/ 344 h 1313"/>
                <a:gd name="T18" fmla="*/ 594 w 1032"/>
                <a:gd name="T19" fmla="*/ 187 h 1313"/>
                <a:gd name="T20" fmla="*/ 812 w 1032"/>
                <a:gd name="T21" fmla="*/ 469 h 1313"/>
                <a:gd name="T22" fmla="*/ 812 w 1032"/>
                <a:gd name="T23" fmla="*/ 1312 h 1313"/>
                <a:gd name="T24" fmla="*/ 1031 w 1032"/>
                <a:gd name="T25" fmla="*/ 1312 h 1313"/>
                <a:gd name="T26" fmla="*/ 1031 w 1032"/>
                <a:gd name="T27" fmla="*/ 406 h 1313"/>
                <a:gd name="T28" fmla="*/ 656 w 1032"/>
                <a:gd name="T2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2" h="1313">
                  <a:moveTo>
                    <a:pt x="656" y="0"/>
                  </a:moveTo>
                  <a:lnTo>
                    <a:pt x="656" y="0"/>
                  </a:lnTo>
                  <a:cubicBezTo>
                    <a:pt x="469" y="0"/>
                    <a:pt x="312" y="62"/>
                    <a:pt x="219" y="25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781"/>
                    <a:pt x="219" y="781"/>
                    <a:pt x="219" y="781"/>
                  </a:cubicBezTo>
                  <a:cubicBezTo>
                    <a:pt x="219" y="594"/>
                    <a:pt x="250" y="469"/>
                    <a:pt x="312" y="344"/>
                  </a:cubicBezTo>
                  <a:cubicBezTo>
                    <a:pt x="406" y="250"/>
                    <a:pt x="500" y="187"/>
                    <a:pt x="594" y="187"/>
                  </a:cubicBezTo>
                  <a:cubicBezTo>
                    <a:pt x="750" y="187"/>
                    <a:pt x="812" y="281"/>
                    <a:pt x="812" y="469"/>
                  </a:cubicBezTo>
                  <a:cubicBezTo>
                    <a:pt x="812" y="1312"/>
                    <a:pt x="812" y="1312"/>
                    <a:pt x="812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06"/>
                    <a:pt x="1031" y="406"/>
                    <a:pt x="1031" y="406"/>
                  </a:cubicBezTo>
                  <a:cubicBezTo>
                    <a:pt x="1031" y="125"/>
                    <a:pt x="875" y="0"/>
                    <a:pt x="65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77B4411-8997-D8C1-5262-15BFB5AAC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5008563"/>
              <a:ext cx="338137" cy="484187"/>
            </a:xfrm>
            <a:custGeom>
              <a:avLst/>
              <a:gdLst>
                <a:gd name="T0" fmla="*/ 313 w 939"/>
                <a:gd name="T1" fmla="*/ 344 h 1345"/>
                <a:gd name="T2" fmla="*/ 313 w 939"/>
                <a:gd name="T3" fmla="*/ 344 h 1345"/>
                <a:gd name="T4" fmla="*/ 500 w 939"/>
                <a:gd name="T5" fmla="*/ 187 h 1345"/>
                <a:gd name="T6" fmla="*/ 719 w 939"/>
                <a:gd name="T7" fmla="*/ 312 h 1345"/>
                <a:gd name="T8" fmla="*/ 875 w 939"/>
                <a:gd name="T9" fmla="*/ 187 h 1345"/>
                <a:gd name="T10" fmla="*/ 500 w 939"/>
                <a:gd name="T11" fmla="*/ 0 h 1345"/>
                <a:gd name="T12" fmla="*/ 94 w 939"/>
                <a:gd name="T13" fmla="*/ 344 h 1345"/>
                <a:gd name="T14" fmla="*/ 500 w 939"/>
                <a:gd name="T15" fmla="*/ 750 h 1345"/>
                <a:gd name="T16" fmla="*/ 719 w 939"/>
                <a:gd name="T17" fmla="*/ 937 h 1345"/>
                <a:gd name="T18" fmla="*/ 500 w 939"/>
                <a:gd name="T19" fmla="*/ 1156 h 1345"/>
                <a:gd name="T20" fmla="*/ 188 w 939"/>
                <a:gd name="T21" fmla="*/ 875 h 1345"/>
                <a:gd name="T22" fmla="*/ 0 w 939"/>
                <a:gd name="T23" fmla="*/ 1000 h 1345"/>
                <a:gd name="T24" fmla="*/ 500 w 939"/>
                <a:gd name="T25" fmla="*/ 1344 h 1345"/>
                <a:gd name="T26" fmla="*/ 938 w 939"/>
                <a:gd name="T27" fmla="*/ 937 h 1345"/>
                <a:gd name="T28" fmla="*/ 313 w 939"/>
                <a:gd name="T29" fmla="*/ 344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45">
                  <a:moveTo>
                    <a:pt x="313" y="344"/>
                  </a:moveTo>
                  <a:lnTo>
                    <a:pt x="313" y="344"/>
                  </a:lnTo>
                  <a:cubicBezTo>
                    <a:pt x="313" y="250"/>
                    <a:pt x="407" y="187"/>
                    <a:pt x="500" y="187"/>
                  </a:cubicBezTo>
                  <a:cubicBezTo>
                    <a:pt x="563" y="187"/>
                    <a:pt x="657" y="219"/>
                    <a:pt x="719" y="312"/>
                  </a:cubicBezTo>
                  <a:cubicBezTo>
                    <a:pt x="875" y="187"/>
                    <a:pt x="875" y="187"/>
                    <a:pt x="875" y="187"/>
                  </a:cubicBezTo>
                  <a:cubicBezTo>
                    <a:pt x="782" y="62"/>
                    <a:pt x="657" y="0"/>
                    <a:pt x="500" y="0"/>
                  </a:cubicBezTo>
                  <a:cubicBezTo>
                    <a:pt x="250" y="0"/>
                    <a:pt x="94" y="156"/>
                    <a:pt x="94" y="344"/>
                  </a:cubicBezTo>
                  <a:cubicBezTo>
                    <a:pt x="94" y="594"/>
                    <a:pt x="313" y="687"/>
                    <a:pt x="500" y="750"/>
                  </a:cubicBezTo>
                  <a:cubicBezTo>
                    <a:pt x="625" y="781"/>
                    <a:pt x="719" y="844"/>
                    <a:pt x="719" y="937"/>
                  </a:cubicBezTo>
                  <a:cubicBezTo>
                    <a:pt x="719" y="1062"/>
                    <a:pt x="657" y="1156"/>
                    <a:pt x="500" y="1156"/>
                  </a:cubicBezTo>
                  <a:cubicBezTo>
                    <a:pt x="375" y="1156"/>
                    <a:pt x="282" y="1062"/>
                    <a:pt x="188" y="875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4" y="1187"/>
                    <a:pt x="250" y="1344"/>
                    <a:pt x="500" y="1344"/>
                  </a:cubicBezTo>
                  <a:cubicBezTo>
                    <a:pt x="782" y="1344"/>
                    <a:pt x="938" y="1187"/>
                    <a:pt x="938" y="937"/>
                  </a:cubicBezTo>
                  <a:cubicBezTo>
                    <a:pt x="938" y="531"/>
                    <a:pt x="313" y="594"/>
                    <a:pt x="313" y="34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5C612BD-219F-DE77-EE95-27E194549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500" y="567213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12 h 1813"/>
                <a:gd name="T8" fmla="*/ 1094 w 1501"/>
                <a:gd name="T9" fmla="*/ 1312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093 h 1813"/>
                <a:gd name="T20" fmla="*/ 750 w 1501"/>
                <a:gd name="T21" fmla="*/ 281 h 1813"/>
                <a:gd name="T22" fmla="*/ 1031 w 1501"/>
                <a:gd name="T23" fmla="*/ 1093 h 1813"/>
                <a:gd name="T24" fmla="*/ 469 w 1501"/>
                <a:gd name="T25" fmla="*/ 1093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12"/>
                  </a:lnTo>
                  <a:lnTo>
                    <a:pt x="1094" y="1312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093"/>
                  </a:moveTo>
                  <a:lnTo>
                    <a:pt x="750" y="281"/>
                  </a:lnTo>
                  <a:lnTo>
                    <a:pt x="1031" y="1093"/>
                  </a:lnTo>
                  <a:lnTo>
                    <a:pt x="469" y="1093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DD53FED-8BF0-304B-399D-127D9196B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250" y="5986463"/>
              <a:ext cx="315913" cy="79375"/>
            </a:xfrm>
            <a:custGeom>
              <a:avLst/>
              <a:gdLst>
                <a:gd name="T0" fmla="*/ 0 w 876"/>
                <a:gd name="T1" fmla="*/ 218 h 219"/>
                <a:gd name="T2" fmla="*/ 875 w 876"/>
                <a:gd name="T3" fmla="*/ 218 h 219"/>
                <a:gd name="T4" fmla="*/ 875 w 876"/>
                <a:gd name="T5" fmla="*/ 0 h 219"/>
                <a:gd name="T6" fmla="*/ 0 w 876"/>
                <a:gd name="T7" fmla="*/ 0 h 219"/>
                <a:gd name="T8" fmla="*/ 0 w 876"/>
                <a:gd name="T9" fmla="*/ 218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6" h="219">
                  <a:moveTo>
                    <a:pt x="0" y="218"/>
                  </a:moveTo>
                  <a:lnTo>
                    <a:pt x="875" y="218"/>
                  </a:lnTo>
                  <a:lnTo>
                    <a:pt x="875" y="0"/>
                  </a:lnTo>
                  <a:lnTo>
                    <a:pt x="0" y="0"/>
                  </a:lnTo>
                  <a:lnTo>
                    <a:pt x="0" y="21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1BC1BDB-5765-AE91-F7C0-20AE4227F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3" y="5661025"/>
              <a:ext cx="382587" cy="663575"/>
            </a:xfrm>
            <a:custGeom>
              <a:avLst/>
              <a:gdLst>
                <a:gd name="T0" fmla="*/ 1000 w 1063"/>
                <a:gd name="T1" fmla="*/ 532 h 1845"/>
                <a:gd name="T2" fmla="*/ 719 w 1063"/>
                <a:gd name="T3" fmla="*/ 532 h 1845"/>
                <a:gd name="T4" fmla="*/ 219 w 1063"/>
                <a:gd name="T5" fmla="*/ 1094 h 1845"/>
                <a:gd name="T6" fmla="*/ 219 w 1063"/>
                <a:gd name="T7" fmla="*/ 0 h 1845"/>
                <a:gd name="T8" fmla="*/ 0 w 1063"/>
                <a:gd name="T9" fmla="*/ 0 h 1845"/>
                <a:gd name="T10" fmla="*/ 0 w 1063"/>
                <a:gd name="T11" fmla="*/ 1844 h 1845"/>
                <a:gd name="T12" fmla="*/ 219 w 1063"/>
                <a:gd name="T13" fmla="*/ 1844 h 1845"/>
                <a:gd name="T14" fmla="*/ 219 w 1063"/>
                <a:gd name="T15" fmla="*/ 1188 h 1845"/>
                <a:gd name="T16" fmla="*/ 781 w 1063"/>
                <a:gd name="T17" fmla="*/ 1844 h 1845"/>
                <a:gd name="T18" fmla="*/ 1062 w 1063"/>
                <a:gd name="T19" fmla="*/ 1844 h 1845"/>
                <a:gd name="T20" fmla="*/ 437 w 1063"/>
                <a:gd name="T21" fmla="*/ 1125 h 1845"/>
                <a:gd name="T22" fmla="*/ 1000 w 1063"/>
                <a:gd name="T23" fmla="*/ 532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5">
                  <a:moveTo>
                    <a:pt x="1000" y="532"/>
                  </a:moveTo>
                  <a:lnTo>
                    <a:pt x="719" y="532"/>
                  </a:lnTo>
                  <a:lnTo>
                    <a:pt x="219" y="1094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4"/>
                  </a:lnTo>
                  <a:lnTo>
                    <a:pt x="219" y="1844"/>
                  </a:lnTo>
                  <a:lnTo>
                    <a:pt x="219" y="1188"/>
                  </a:lnTo>
                  <a:lnTo>
                    <a:pt x="781" y="1844"/>
                  </a:lnTo>
                  <a:lnTo>
                    <a:pt x="1062" y="1844"/>
                  </a:lnTo>
                  <a:lnTo>
                    <a:pt x="437" y="1125"/>
                  </a:lnTo>
                  <a:lnTo>
                    <a:pt x="1000" y="53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E4AA0C1-2896-9DA1-984E-E9521421C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5840413"/>
              <a:ext cx="371475" cy="495300"/>
            </a:xfrm>
            <a:custGeom>
              <a:avLst/>
              <a:gdLst>
                <a:gd name="T0" fmla="*/ 499 w 1031"/>
                <a:gd name="T1" fmla="*/ 0 h 1376"/>
                <a:gd name="T2" fmla="*/ 499 w 1031"/>
                <a:gd name="T3" fmla="*/ 0 h 1376"/>
                <a:gd name="T4" fmla="*/ 31 w 1031"/>
                <a:gd name="T5" fmla="*/ 375 h 1376"/>
                <a:gd name="T6" fmla="*/ 250 w 1031"/>
                <a:gd name="T7" fmla="*/ 407 h 1376"/>
                <a:gd name="T8" fmla="*/ 499 w 1031"/>
                <a:gd name="T9" fmla="*/ 219 h 1376"/>
                <a:gd name="T10" fmla="*/ 811 w 1031"/>
                <a:gd name="T11" fmla="*/ 469 h 1376"/>
                <a:gd name="T12" fmla="*/ 811 w 1031"/>
                <a:gd name="T13" fmla="*/ 532 h 1376"/>
                <a:gd name="T14" fmla="*/ 592 w 1031"/>
                <a:gd name="T15" fmla="*/ 532 h 1376"/>
                <a:gd name="T16" fmla="*/ 0 w 1031"/>
                <a:gd name="T17" fmla="*/ 969 h 1376"/>
                <a:gd name="T18" fmla="*/ 405 w 1031"/>
                <a:gd name="T19" fmla="*/ 1375 h 1376"/>
                <a:gd name="T20" fmla="*/ 811 w 1031"/>
                <a:gd name="T21" fmla="*/ 1157 h 1376"/>
                <a:gd name="T22" fmla="*/ 842 w 1031"/>
                <a:gd name="T23" fmla="*/ 1344 h 1376"/>
                <a:gd name="T24" fmla="*/ 1030 w 1031"/>
                <a:gd name="T25" fmla="*/ 1344 h 1376"/>
                <a:gd name="T26" fmla="*/ 1030 w 1031"/>
                <a:gd name="T27" fmla="*/ 500 h 1376"/>
                <a:gd name="T28" fmla="*/ 499 w 1031"/>
                <a:gd name="T29" fmla="*/ 0 h 1376"/>
                <a:gd name="T30" fmla="*/ 811 w 1031"/>
                <a:gd name="T31" fmla="*/ 750 h 1376"/>
                <a:gd name="T32" fmla="*/ 811 w 1031"/>
                <a:gd name="T33" fmla="*/ 750 h 1376"/>
                <a:gd name="T34" fmla="*/ 686 w 1031"/>
                <a:gd name="T35" fmla="*/ 1063 h 1376"/>
                <a:gd name="T36" fmla="*/ 436 w 1031"/>
                <a:gd name="T37" fmla="*/ 1157 h 1376"/>
                <a:gd name="T38" fmla="*/ 218 w 1031"/>
                <a:gd name="T39" fmla="*/ 969 h 1376"/>
                <a:gd name="T40" fmla="*/ 561 w 1031"/>
                <a:gd name="T41" fmla="*/ 719 h 1376"/>
                <a:gd name="T42" fmla="*/ 811 w 1031"/>
                <a:gd name="T43" fmla="*/ 719 h 1376"/>
                <a:gd name="T44" fmla="*/ 499 w 1031"/>
                <a:gd name="T45" fmla="*/ 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1" h="1376">
                  <a:moveTo>
                    <a:pt x="499" y="0"/>
                  </a:moveTo>
                  <a:lnTo>
                    <a:pt x="499" y="0"/>
                  </a:lnTo>
                  <a:cubicBezTo>
                    <a:pt x="250" y="0"/>
                    <a:pt x="93" y="157"/>
                    <a:pt x="31" y="375"/>
                  </a:cubicBezTo>
                  <a:cubicBezTo>
                    <a:pt x="250" y="407"/>
                    <a:pt x="250" y="407"/>
                    <a:pt x="250" y="407"/>
                  </a:cubicBezTo>
                  <a:cubicBezTo>
                    <a:pt x="281" y="282"/>
                    <a:pt x="374" y="219"/>
                    <a:pt x="499" y="219"/>
                  </a:cubicBezTo>
                  <a:cubicBezTo>
                    <a:pt x="686" y="219"/>
                    <a:pt x="811" y="313"/>
                    <a:pt x="811" y="469"/>
                  </a:cubicBezTo>
                  <a:cubicBezTo>
                    <a:pt x="811" y="532"/>
                    <a:pt x="811" y="532"/>
                    <a:pt x="811" y="532"/>
                  </a:cubicBezTo>
                  <a:cubicBezTo>
                    <a:pt x="592" y="532"/>
                    <a:pt x="592" y="532"/>
                    <a:pt x="592" y="532"/>
                  </a:cubicBezTo>
                  <a:cubicBezTo>
                    <a:pt x="218" y="532"/>
                    <a:pt x="0" y="688"/>
                    <a:pt x="0" y="969"/>
                  </a:cubicBezTo>
                  <a:cubicBezTo>
                    <a:pt x="0" y="1219"/>
                    <a:pt x="156" y="1375"/>
                    <a:pt x="405" y="1375"/>
                  </a:cubicBezTo>
                  <a:cubicBezTo>
                    <a:pt x="561" y="1375"/>
                    <a:pt x="717" y="1282"/>
                    <a:pt x="811" y="1157"/>
                  </a:cubicBezTo>
                  <a:cubicBezTo>
                    <a:pt x="842" y="1344"/>
                    <a:pt x="842" y="1344"/>
                    <a:pt x="842" y="1344"/>
                  </a:cubicBezTo>
                  <a:cubicBezTo>
                    <a:pt x="1030" y="1344"/>
                    <a:pt x="1030" y="1344"/>
                    <a:pt x="1030" y="1344"/>
                  </a:cubicBezTo>
                  <a:cubicBezTo>
                    <a:pt x="1030" y="500"/>
                    <a:pt x="1030" y="500"/>
                    <a:pt x="1030" y="500"/>
                  </a:cubicBezTo>
                  <a:cubicBezTo>
                    <a:pt x="1030" y="157"/>
                    <a:pt x="811" y="0"/>
                    <a:pt x="499" y="0"/>
                  </a:cubicBezTo>
                  <a:lnTo>
                    <a:pt x="811" y="750"/>
                  </a:lnTo>
                  <a:lnTo>
                    <a:pt x="811" y="750"/>
                  </a:lnTo>
                  <a:cubicBezTo>
                    <a:pt x="811" y="907"/>
                    <a:pt x="749" y="1000"/>
                    <a:pt x="686" y="1063"/>
                  </a:cubicBezTo>
                  <a:cubicBezTo>
                    <a:pt x="624" y="1125"/>
                    <a:pt x="530" y="1157"/>
                    <a:pt x="436" y="1157"/>
                  </a:cubicBezTo>
                  <a:cubicBezTo>
                    <a:pt x="281" y="1157"/>
                    <a:pt x="218" y="1094"/>
                    <a:pt x="218" y="969"/>
                  </a:cubicBezTo>
                  <a:cubicBezTo>
                    <a:pt x="218" y="813"/>
                    <a:pt x="343" y="719"/>
                    <a:pt x="561" y="719"/>
                  </a:cubicBezTo>
                  <a:cubicBezTo>
                    <a:pt x="811" y="719"/>
                    <a:pt x="811" y="719"/>
                    <a:pt x="811" y="719"/>
                  </a:cubicBezTo>
                  <a:lnTo>
                    <a:pt x="49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370E8F3-F49D-19FD-8331-BF61C5553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5840413"/>
              <a:ext cx="338138" cy="495300"/>
            </a:xfrm>
            <a:custGeom>
              <a:avLst/>
              <a:gdLst>
                <a:gd name="T0" fmla="*/ 313 w 939"/>
                <a:gd name="T1" fmla="*/ 375 h 1376"/>
                <a:gd name="T2" fmla="*/ 313 w 939"/>
                <a:gd name="T3" fmla="*/ 375 h 1376"/>
                <a:gd name="T4" fmla="*/ 469 w 939"/>
                <a:gd name="T5" fmla="*/ 219 h 1376"/>
                <a:gd name="T6" fmla="*/ 719 w 939"/>
                <a:gd name="T7" fmla="*/ 344 h 1376"/>
                <a:gd name="T8" fmla="*/ 875 w 939"/>
                <a:gd name="T9" fmla="*/ 219 h 1376"/>
                <a:gd name="T10" fmla="*/ 469 w 939"/>
                <a:gd name="T11" fmla="*/ 0 h 1376"/>
                <a:gd name="T12" fmla="*/ 94 w 939"/>
                <a:gd name="T13" fmla="*/ 375 h 1376"/>
                <a:gd name="T14" fmla="*/ 500 w 939"/>
                <a:gd name="T15" fmla="*/ 782 h 1376"/>
                <a:gd name="T16" fmla="*/ 688 w 939"/>
                <a:gd name="T17" fmla="*/ 969 h 1376"/>
                <a:gd name="T18" fmla="*/ 500 w 939"/>
                <a:gd name="T19" fmla="*/ 1157 h 1376"/>
                <a:gd name="T20" fmla="*/ 188 w 939"/>
                <a:gd name="T21" fmla="*/ 907 h 1376"/>
                <a:gd name="T22" fmla="*/ 0 w 939"/>
                <a:gd name="T23" fmla="*/ 1000 h 1376"/>
                <a:gd name="T24" fmla="*/ 500 w 939"/>
                <a:gd name="T25" fmla="*/ 1375 h 1376"/>
                <a:gd name="T26" fmla="*/ 938 w 939"/>
                <a:gd name="T27" fmla="*/ 938 h 1376"/>
                <a:gd name="T28" fmla="*/ 313 w 939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76">
                  <a:moveTo>
                    <a:pt x="313" y="375"/>
                  </a:moveTo>
                  <a:lnTo>
                    <a:pt x="313" y="375"/>
                  </a:lnTo>
                  <a:cubicBezTo>
                    <a:pt x="313" y="282"/>
                    <a:pt x="375" y="219"/>
                    <a:pt x="469" y="219"/>
                  </a:cubicBezTo>
                  <a:cubicBezTo>
                    <a:pt x="563" y="219"/>
                    <a:pt x="625" y="250"/>
                    <a:pt x="719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25" y="0"/>
                    <a:pt x="469" y="0"/>
                  </a:cubicBezTo>
                  <a:cubicBezTo>
                    <a:pt x="250" y="0"/>
                    <a:pt x="94" y="157"/>
                    <a:pt x="94" y="375"/>
                  </a:cubicBezTo>
                  <a:cubicBezTo>
                    <a:pt x="94" y="625"/>
                    <a:pt x="313" y="719"/>
                    <a:pt x="500" y="782"/>
                  </a:cubicBezTo>
                  <a:cubicBezTo>
                    <a:pt x="594" y="813"/>
                    <a:pt x="688" y="875"/>
                    <a:pt x="688" y="969"/>
                  </a:cubicBezTo>
                  <a:cubicBezTo>
                    <a:pt x="688" y="1094"/>
                    <a:pt x="625" y="1157"/>
                    <a:pt x="500" y="1157"/>
                  </a:cubicBezTo>
                  <a:cubicBezTo>
                    <a:pt x="344" y="1157"/>
                    <a:pt x="250" y="1094"/>
                    <a:pt x="188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63" y="1219"/>
                    <a:pt x="250" y="1375"/>
                    <a:pt x="500" y="1375"/>
                  </a:cubicBezTo>
                  <a:cubicBezTo>
                    <a:pt x="750" y="1375"/>
                    <a:pt x="938" y="1219"/>
                    <a:pt x="938" y="938"/>
                  </a:cubicBezTo>
                  <a:cubicBezTo>
                    <a:pt x="938" y="563"/>
                    <a:pt x="313" y="594"/>
                    <a:pt x="313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8F513D4-AF92-1418-24DE-AAED87673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388" y="5840413"/>
              <a:ext cx="338137" cy="495300"/>
            </a:xfrm>
            <a:custGeom>
              <a:avLst/>
              <a:gdLst>
                <a:gd name="T0" fmla="*/ 312 w 938"/>
                <a:gd name="T1" fmla="*/ 375 h 1376"/>
                <a:gd name="T2" fmla="*/ 312 w 938"/>
                <a:gd name="T3" fmla="*/ 375 h 1376"/>
                <a:gd name="T4" fmla="*/ 468 w 938"/>
                <a:gd name="T5" fmla="*/ 219 h 1376"/>
                <a:gd name="T6" fmla="*/ 718 w 938"/>
                <a:gd name="T7" fmla="*/ 344 h 1376"/>
                <a:gd name="T8" fmla="*/ 875 w 938"/>
                <a:gd name="T9" fmla="*/ 219 h 1376"/>
                <a:gd name="T10" fmla="*/ 500 w 938"/>
                <a:gd name="T11" fmla="*/ 0 h 1376"/>
                <a:gd name="T12" fmla="*/ 93 w 938"/>
                <a:gd name="T13" fmla="*/ 375 h 1376"/>
                <a:gd name="T14" fmla="*/ 500 w 938"/>
                <a:gd name="T15" fmla="*/ 782 h 1376"/>
                <a:gd name="T16" fmla="*/ 718 w 938"/>
                <a:gd name="T17" fmla="*/ 969 h 1376"/>
                <a:gd name="T18" fmla="*/ 500 w 938"/>
                <a:gd name="T19" fmla="*/ 1157 h 1376"/>
                <a:gd name="T20" fmla="*/ 187 w 938"/>
                <a:gd name="T21" fmla="*/ 907 h 1376"/>
                <a:gd name="T22" fmla="*/ 0 w 938"/>
                <a:gd name="T23" fmla="*/ 1000 h 1376"/>
                <a:gd name="T24" fmla="*/ 500 w 938"/>
                <a:gd name="T25" fmla="*/ 1375 h 1376"/>
                <a:gd name="T26" fmla="*/ 937 w 938"/>
                <a:gd name="T27" fmla="*/ 938 h 1376"/>
                <a:gd name="T28" fmla="*/ 312 w 938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8" h="1376">
                  <a:moveTo>
                    <a:pt x="312" y="375"/>
                  </a:moveTo>
                  <a:lnTo>
                    <a:pt x="312" y="375"/>
                  </a:lnTo>
                  <a:cubicBezTo>
                    <a:pt x="312" y="282"/>
                    <a:pt x="375" y="219"/>
                    <a:pt x="468" y="219"/>
                  </a:cubicBezTo>
                  <a:cubicBezTo>
                    <a:pt x="562" y="219"/>
                    <a:pt x="625" y="250"/>
                    <a:pt x="718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56" y="0"/>
                    <a:pt x="500" y="0"/>
                  </a:cubicBezTo>
                  <a:cubicBezTo>
                    <a:pt x="249" y="0"/>
                    <a:pt x="93" y="157"/>
                    <a:pt x="93" y="375"/>
                  </a:cubicBezTo>
                  <a:cubicBezTo>
                    <a:pt x="93" y="625"/>
                    <a:pt x="312" y="719"/>
                    <a:pt x="500" y="782"/>
                  </a:cubicBezTo>
                  <a:cubicBezTo>
                    <a:pt x="625" y="813"/>
                    <a:pt x="718" y="875"/>
                    <a:pt x="718" y="969"/>
                  </a:cubicBezTo>
                  <a:cubicBezTo>
                    <a:pt x="718" y="1094"/>
                    <a:pt x="625" y="1157"/>
                    <a:pt x="500" y="1157"/>
                  </a:cubicBezTo>
                  <a:cubicBezTo>
                    <a:pt x="375" y="1157"/>
                    <a:pt x="249" y="1094"/>
                    <a:pt x="187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3" y="1219"/>
                    <a:pt x="249" y="1375"/>
                    <a:pt x="500" y="1375"/>
                  </a:cubicBezTo>
                  <a:cubicBezTo>
                    <a:pt x="750" y="1375"/>
                    <a:pt x="937" y="1219"/>
                    <a:pt x="937" y="938"/>
                  </a:cubicBezTo>
                  <a:cubicBezTo>
                    <a:pt x="937" y="563"/>
                    <a:pt x="312" y="594"/>
                    <a:pt x="312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1D65F916-7ADF-12FD-FE4A-2B6D9DC7C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868363"/>
              <a:ext cx="2947987" cy="3622675"/>
            </a:xfrm>
            <a:custGeom>
              <a:avLst/>
              <a:gdLst>
                <a:gd name="T0" fmla="*/ 4093 w 8188"/>
                <a:gd name="T1" fmla="*/ 1625 h 10062"/>
                <a:gd name="T2" fmla="*/ 6905 w 8188"/>
                <a:gd name="T3" fmla="*/ 10061 h 10062"/>
                <a:gd name="T4" fmla="*/ 8187 w 8188"/>
                <a:gd name="T5" fmla="*/ 10061 h 10062"/>
                <a:gd name="T6" fmla="*/ 4687 w 8188"/>
                <a:gd name="T7" fmla="*/ 0 h 10062"/>
                <a:gd name="T8" fmla="*/ 3500 w 8188"/>
                <a:gd name="T9" fmla="*/ 0 h 10062"/>
                <a:gd name="T10" fmla="*/ 0 w 8188"/>
                <a:gd name="T11" fmla="*/ 10061 h 10062"/>
                <a:gd name="T12" fmla="*/ 1281 w 8188"/>
                <a:gd name="T13" fmla="*/ 10061 h 10062"/>
                <a:gd name="T14" fmla="*/ 4093 w 8188"/>
                <a:gd name="T15" fmla="*/ 1625 h 10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88" h="10062">
                  <a:moveTo>
                    <a:pt x="4093" y="1625"/>
                  </a:moveTo>
                  <a:lnTo>
                    <a:pt x="6905" y="10061"/>
                  </a:lnTo>
                  <a:lnTo>
                    <a:pt x="8187" y="10061"/>
                  </a:lnTo>
                  <a:lnTo>
                    <a:pt x="4687" y="0"/>
                  </a:lnTo>
                  <a:lnTo>
                    <a:pt x="3500" y="0"/>
                  </a:lnTo>
                  <a:lnTo>
                    <a:pt x="0" y="10061"/>
                  </a:lnTo>
                  <a:lnTo>
                    <a:pt x="1281" y="10061"/>
                  </a:lnTo>
                  <a:lnTo>
                    <a:pt x="4093" y="162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DAB8835-0D47-F0B9-A1E1-C4B5A6C1E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0638" y="2770188"/>
              <a:ext cx="3295650" cy="1068387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17C1366C-8B3A-9937-276D-5566448F6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0545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AC671BA0-2E68-04AB-9CB6-A2B9FDE68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6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BB17964-CDED-E361-78BF-123F93FC6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9765" y="5856056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5560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t Slide Mø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F770596-15D7-B8CC-7B46-3DB51FE85F1C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27" name="Gruppe 26">
            <a:extLst>
              <a:ext uri="{FF2B5EF4-FFF2-40B4-BE49-F238E27FC236}">
                <a16:creationId xmlns:a16="http://schemas.microsoft.com/office/drawing/2014/main" id="{08D9F8E7-B6C7-FAD5-008E-34B189AFF1E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21500" y="5220402"/>
            <a:ext cx="579374" cy="540000"/>
            <a:chOff x="1255713" y="868363"/>
            <a:chExt cx="5884862" cy="5471880"/>
          </a:xfrm>
          <a:solidFill>
            <a:schemeClr val="bg1"/>
          </a:solidFill>
        </p:grpSpPr>
        <p:sp>
          <p:nvSpPr>
            <p:cNvPr id="28" name="Freeform 1">
              <a:extLst>
                <a:ext uri="{FF2B5EF4-FFF2-40B4-BE49-F238E27FC236}">
                  <a16:creationId xmlns:a16="http://schemas.microsoft.com/office/drawing/2014/main" id="{15D7FF77-C5C3-272B-30A1-FDCF2220A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713" y="482758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44 h 1813"/>
                <a:gd name="T8" fmla="*/ 1094 w 1501"/>
                <a:gd name="T9" fmla="*/ 1344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125 h 1813"/>
                <a:gd name="T20" fmla="*/ 750 w 1501"/>
                <a:gd name="T21" fmla="*/ 281 h 1813"/>
                <a:gd name="T22" fmla="*/ 1031 w 1501"/>
                <a:gd name="T23" fmla="*/ 1125 h 1813"/>
                <a:gd name="T24" fmla="*/ 469 w 1501"/>
                <a:gd name="T25" fmla="*/ 1125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44"/>
                  </a:lnTo>
                  <a:lnTo>
                    <a:pt x="1094" y="1344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125"/>
                  </a:moveTo>
                  <a:lnTo>
                    <a:pt x="750" y="281"/>
                  </a:lnTo>
                  <a:lnTo>
                    <a:pt x="1031" y="1125"/>
                  </a:lnTo>
                  <a:lnTo>
                    <a:pt x="469" y="112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9" name="Freeform 2">
              <a:extLst>
                <a:ext uri="{FF2B5EF4-FFF2-40B4-BE49-F238E27FC236}">
                  <a16:creationId xmlns:a16="http://schemas.microsoft.com/office/drawing/2014/main" id="{402D1542-3483-924E-61AA-E62B07044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500" y="4816475"/>
              <a:ext cx="382588" cy="663575"/>
            </a:xfrm>
            <a:custGeom>
              <a:avLst/>
              <a:gdLst>
                <a:gd name="T0" fmla="*/ 1031 w 1064"/>
                <a:gd name="T1" fmla="*/ 531 h 1844"/>
                <a:gd name="T2" fmla="*/ 750 w 1064"/>
                <a:gd name="T3" fmla="*/ 531 h 1844"/>
                <a:gd name="T4" fmla="*/ 219 w 1064"/>
                <a:gd name="T5" fmla="*/ 1093 h 1844"/>
                <a:gd name="T6" fmla="*/ 219 w 1064"/>
                <a:gd name="T7" fmla="*/ 0 h 1844"/>
                <a:gd name="T8" fmla="*/ 0 w 1064"/>
                <a:gd name="T9" fmla="*/ 0 h 1844"/>
                <a:gd name="T10" fmla="*/ 0 w 1064"/>
                <a:gd name="T11" fmla="*/ 1843 h 1844"/>
                <a:gd name="T12" fmla="*/ 219 w 1064"/>
                <a:gd name="T13" fmla="*/ 1843 h 1844"/>
                <a:gd name="T14" fmla="*/ 219 w 1064"/>
                <a:gd name="T15" fmla="*/ 1187 h 1844"/>
                <a:gd name="T16" fmla="*/ 781 w 1064"/>
                <a:gd name="T17" fmla="*/ 1843 h 1844"/>
                <a:gd name="T18" fmla="*/ 1063 w 1064"/>
                <a:gd name="T19" fmla="*/ 1843 h 1844"/>
                <a:gd name="T20" fmla="*/ 469 w 1064"/>
                <a:gd name="T21" fmla="*/ 1156 h 1844"/>
                <a:gd name="T22" fmla="*/ 1031 w 1064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4" h="1844">
                  <a:moveTo>
                    <a:pt x="1031" y="531"/>
                  </a:moveTo>
                  <a:lnTo>
                    <a:pt x="750" y="531"/>
                  </a:lnTo>
                  <a:lnTo>
                    <a:pt x="219" y="1093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9" y="1843"/>
                  </a:lnTo>
                  <a:lnTo>
                    <a:pt x="219" y="1187"/>
                  </a:lnTo>
                  <a:lnTo>
                    <a:pt x="781" y="1843"/>
                  </a:lnTo>
                  <a:lnTo>
                    <a:pt x="1063" y="1843"/>
                  </a:lnTo>
                  <a:lnTo>
                    <a:pt x="469" y="1156"/>
                  </a:lnTo>
                  <a:lnTo>
                    <a:pt x="1031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21F75A55-2DB6-6CA9-CBFE-86949793F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200" y="5008563"/>
              <a:ext cx="371475" cy="484187"/>
            </a:xfrm>
            <a:custGeom>
              <a:avLst/>
              <a:gdLst>
                <a:gd name="T0" fmla="*/ 531 w 1032"/>
                <a:gd name="T1" fmla="*/ 0 h 1345"/>
                <a:gd name="T2" fmla="*/ 531 w 1032"/>
                <a:gd name="T3" fmla="*/ 0 h 1345"/>
                <a:gd name="T4" fmla="*/ 62 w 1032"/>
                <a:gd name="T5" fmla="*/ 344 h 1345"/>
                <a:gd name="T6" fmla="*/ 250 w 1032"/>
                <a:gd name="T7" fmla="*/ 406 h 1345"/>
                <a:gd name="T8" fmla="*/ 531 w 1032"/>
                <a:gd name="T9" fmla="*/ 187 h 1345"/>
                <a:gd name="T10" fmla="*/ 812 w 1032"/>
                <a:gd name="T11" fmla="*/ 469 h 1345"/>
                <a:gd name="T12" fmla="*/ 812 w 1032"/>
                <a:gd name="T13" fmla="*/ 500 h 1345"/>
                <a:gd name="T14" fmla="*/ 594 w 1032"/>
                <a:gd name="T15" fmla="*/ 500 h 1345"/>
                <a:gd name="T16" fmla="*/ 0 w 1032"/>
                <a:gd name="T17" fmla="*/ 937 h 1345"/>
                <a:gd name="T18" fmla="*/ 406 w 1032"/>
                <a:gd name="T19" fmla="*/ 1344 h 1345"/>
                <a:gd name="T20" fmla="*/ 812 w 1032"/>
                <a:gd name="T21" fmla="*/ 1125 h 1345"/>
                <a:gd name="T22" fmla="*/ 875 w 1032"/>
                <a:gd name="T23" fmla="*/ 1312 h 1345"/>
                <a:gd name="T24" fmla="*/ 1031 w 1032"/>
                <a:gd name="T25" fmla="*/ 1312 h 1345"/>
                <a:gd name="T26" fmla="*/ 1031 w 1032"/>
                <a:gd name="T27" fmla="*/ 469 h 1345"/>
                <a:gd name="T28" fmla="*/ 531 w 1032"/>
                <a:gd name="T29" fmla="*/ 0 h 1345"/>
                <a:gd name="T30" fmla="*/ 812 w 1032"/>
                <a:gd name="T31" fmla="*/ 750 h 1345"/>
                <a:gd name="T32" fmla="*/ 812 w 1032"/>
                <a:gd name="T33" fmla="*/ 750 h 1345"/>
                <a:gd name="T34" fmla="*/ 719 w 1032"/>
                <a:gd name="T35" fmla="*/ 1062 h 1345"/>
                <a:gd name="T36" fmla="*/ 437 w 1032"/>
                <a:gd name="T37" fmla="*/ 1156 h 1345"/>
                <a:gd name="T38" fmla="*/ 219 w 1032"/>
                <a:gd name="T39" fmla="*/ 937 h 1345"/>
                <a:gd name="T40" fmla="*/ 594 w 1032"/>
                <a:gd name="T41" fmla="*/ 719 h 1345"/>
                <a:gd name="T42" fmla="*/ 812 w 1032"/>
                <a:gd name="T43" fmla="*/ 719 h 1345"/>
                <a:gd name="T44" fmla="*/ 531 w 1032"/>
                <a:gd name="T45" fmla="*/ 0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2" h="1345">
                  <a:moveTo>
                    <a:pt x="531" y="0"/>
                  </a:moveTo>
                  <a:lnTo>
                    <a:pt x="531" y="0"/>
                  </a:lnTo>
                  <a:cubicBezTo>
                    <a:pt x="281" y="0"/>
                    <a:pt x="94" y="125"/>
                    <a:pt x="62" y="344"/>
                  </a:cubicBezTo>
                  <a:cubicBezTo>
                    <a:pt x="250" y="406"/>
                    <a:pt x="250" y="406"/>
                    <a:pt x="250" y="406"/>
                  </a:cubicBezTo>
                  <a:cubicBezTo>
                    <a:pt x="281" y="250"/>
                    <a:pt x="375" y="187"/>
                    <a:pt x="531" y="187"/>
                  </a:cubicBezTo>
                  <a:cubicBezTo>
                    <a:pt x="719" y="187"/>
                    <a:pt x="812" y="281"/>
                    <a:pt x="812" y="469"/>
                  </a:cubicBezTo>
                  <a:cubicBezTo>
                    <a:pt x="812" y="500"/>
                    <a:pt x="812" y="500"/>
                    <a:pt x="812" y="500"/>
                  </a:cubicBezTo>
                  <a:cubicBezTo>
                    <a:pt x="594" y="500"/>
                    <a:pt x="594" y="500"/>
                    <a:pt x="594" y="500"/>
                  </a:cubicBezTo>
                  <a:cubicBezTo>
                    <a:pt x="219" y="500"/>
                    <a:pt x="0" y="656"/>
                    <a:pt x="0" y="937"/>
                  </a:cubicBezTo>
                  <a:cubicBezTo>
                    <a:pt x="0" y="1219"/>
                    <a:pt x="187" y="1344"/>
                    <a:pt x="406" y="1344"/>
                  </a:cubicBezTo>
                  <a:cubicBezTo>
                    <a:pt x="594" y="1344"/>
                    <a:pt x="719" y="1281"/>
                    <a:pt x="812" y="1125"/>
                  </a:cubicBezTo>
                  <a:cubicBezTo>
                    <a:pt x="875" y="1312"/>
                    <a:pt x="875" y="1312"/>
                    <a:pt x="875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69"/>
                    <a:pt x="1031" y="469"/>
                    <a:pt x="1031" y="469"/>
                  </a:cubicBezTo>
                  <a:cubicBezTo>
                    <a:pt x="1031" y="156"/>
                    <a:pt x="844" y="0"/>
                    <a:pt x="531" y="0"/>
                  </a:cubicBezTo>
                  <a:lnTo>
                    <a:pt x="812" y="750"/>
                  </a:lnTo>
                  <a:lnTo>
                    <a:pt x="812" y="750"/>
                  </a:lnTo>
                  <a:cubicBezTo>
                    <a:pt x="812" y="875"/>
                    <a:pt x="781" y="969"/>
                    <a:pt x="719" y="1062"/>
                  </a:cubicBezTo>
                  <a:cubicBezTo>
                    <a:pt x="625" y="1125"/>
                    <a:pt x="531" y="1156"/>
                    <a:pt x="437" y="1156"/>
                  </a:cubicBezTo>
                  <a:cubicBezTo>
                    <a:pt x="312" y="1156"/>
                    <a:pt x="219" y="1062"/>
                    <a:pt x="219" y="937"/>
                  </a:cubicBezTo>
                  <a:cubicBezTo>
                    <a:pt x="219" y="781"/>
                    <a:pt x="344" y="719"/>
                    <a:pt x="594" y="719"/>
                  </a:cubicBezTo>
                  <a:cubicBezTo>
                    <a:pt x="812" y="719"/>
                    <a:pt x="812" y="719"/>
                    <a:pt x="812" y="719"/>
                  </a:cubicBezTo>
                  <a:lnTo>
                    <a:pt x="531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1" name="Freeform 4">
              <a:extLst>
                <a:ext uri="{FF2B5EF4-FFF2-40B4-BE49-F238E27FC236}">
                  <a16:creationId xmlns:a16="http://schemas.microsoft.com/office/drawing/2014/main" id="{1947AD46-6072-5F6F-C8BE-4DA34ADD5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816475"/>
              <a:ext cx="427037" cy="674688"/>
            </a:xfrm>
            <a:custGeom>
              <a:avLst/>
              <a:gdLst>
                <a:gd name="T0" fmla="*/ 562 w 1188"/>
                <a:gd name="T1" fmla="*/ 1875 h 1876"/>
                <a:gd name="T2" fmla="*/ 562 w 1188"/>
                <a:gd name="T3" fmla="*/ 1875 h 1876"/>
                <a:gd name="T4" fmla="*/ 969 w 1188"/>
                <a:gd name="T5" fmla="*/ 1687 h 1876"/>
                <a:gd name="T6" fmla="*/ 969 w 1188"/>
                <a:gd name="T7" fmla="*/ 1843 h 1876"/>
                <a:gd name="T8" fmla="*/ 1187 w 1188"/>
                <a:gd name="T9" fmla="*/ 1843 h 1876"/>
                <a:gd name="T10" fmla="*/ 1187 w 1188"/>
                <a:gd name="T11" fmla="*/ 0 h 1876"/>
                <a:gd name="T12" fmla="*/ 969 w 1188"/>
                <a:gd name="T13" fmla="*/ 0 h 1876"/>
                <a:gd name="T14" fmla="*/ 969 w 1188"/>
                <a:gd name="T15" fmla="*/ 687 h 1876"/>
                <a:gd name="T16" fmla="*/ 812 w 1188"/>
                <a:gd name="T17" fmla="*/ 562 h 1876"/>
                <a:gd name="T18" fmla="*/ 562 w 1188"/>
                <a:gd name="T19" fmla="*/ 531 h 1876"/>
                <a:gd name="T20" fmla="*/ 0 w 1188"/>
                <a:gd name="T21" fmla="*/ 1187 h 1876"/>
                <a:gd name="T22" fmla="*/ 562 w 1188"/>
                <a:gd name="T23" fmla="*/ 1875 h 1876"/>
                <a:gd name="T24" fmla="*/ 594 w 1188"/>
                <a:gd name="T25" fmla="*/ 718 h 1876"/>
                <a:gd name="T26" fmla="*/ 594 w 1188"/>
                <a:gd name="T27" fmla="*/ 718 h 1876"/>
                <a:gd name="T28" fmla="*/ 969 w 1188"/>
                <a:gd name="T29" fmla="*/ 1187 h 1876"/>
                <a:gd name="T30" fmla="*/ 594 w 1188"/>
                <a:gd name="T31" fmla="*/ 1687 h 1876"/>
                <a:gd name="T32" fmla="*/ 219 w 1188"/>
                <a:gd name="T33" fmla="*/ 1187 h 1876"/>
                <a:gd name="T34" fmla="*/ 594 w 1188"/>
                <a:gd name="T35" fmla="*/ 718 h 1876"/>
                <a:gd name="T36" fmla="*/ 562 w 1188"/>
                <a:gd name="T37" fmla="*/ 1875 h 1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88" h="1876">
                  <a:moveTo>
                    <a:pt x="562" y="1875"/>
                  </a:moveTo>
                  <a:lnTo>
                    <a:pt x="562" y="1875"/>
                  </a:lnTo>
                  <a:cubicBezTo>
                    <a:pt x="719" y="1875"/>
                    <a:pt x="906" y="1781"/>
                    <a:pt x="969" y="1687"/>
                  </a:cubicBezTo>
                  <a:cubicBezTo>
                    <a:pt x="969" y="1843"/>
                    <a:pt x="969" y="1843"/>
                    <a:pt x="969" y="1843"/>
                  </a:cubicBezTo>
                  <a:cubicBezTo>
                    <a:pt x="1187" y="1843"/>
                    <a:pt x="1187" y="1843"/>
                    <a:pt x="1187" y="1843"/>
                  </a:cubicBezTo>
                  <a:cubicBezTo>
                    <a:pt x="1187" y="0"/>
                    <a:pt x="1187" y="0"/>
                    <a:pt x="1187" y="0"/>
                  </a:cubicBezTo>
                  <a:cubicBezTo>
                    <a:pt x="969" y="0"/>
                    <a:pt x="969" y="0"/>
                    <a:pt x="969" y="0"/>
                  </a:cubicBezTo>
                  <a:cubicBezTo>
                    <a:pt x="969" y="687"/>
                    <a:pt x="969" y="687"/>
                    <a:pt x="969" y="687"/>
                  </a:cubicBezTo>
                  <a:cubicBezTo>
                    <a:pt x="937" y="656"/>
                    <a:pt x="875" y="625"/>
                    <a:pt x="812" y="562"/>
                  </a:cubicBezTo>
                  <a:cubicBezTo>
                    <a:pt x="719" y="531"/>
                    <a:pt x="656" y="531"/>
                    <a:pt x="562" y="531"/>
                  </a:cubicBezTo>
                  <a:cubicBezTo>
                    <a:pt x="187" y="531"/>
                    <a:pt x="0" y="781"/>
                    <a:pt x="0" y="1187"/>
                  </a:cubicBezTo>
                  <a:cubicBezTo>
                    <a:pt x="0" y="1593"/>
                    <a:pt x="187" y="1875"/>
                    <a:pt x="562" y="1875"/>
                  </a:cubicBezTo>
                  <a:lnTo>
                    <a:pt x="594" y="718"/>
                  </a:lnTo>
                  <a:lnTo>
                    <a:pt x="594" y="718"/>
                  </a:lnTo>
                  <a:cubicBezTo>
                    <a:pt x="844" y="718"/>
                    <a:pt x="969" y="906"/>
                    <a:pt x="969" y="1187"/>
                  </a:cubicBezTo>
                  <a:cubicBezTo>
                    <a:pt x="969" y="1468"/>
                    <a:pt x="844" y="1687"/>
                    <a:pt x="594" y="1687"/>
                  </a:cubicBezTo>
                  <a:cubicBezTo>
                    <a:pt x="375" y="1687"/>
                    <a:pt x="219" y="1468"/>
                    <a:pt x="219" y="1187"/>
                  </a:cubicBezTo>
                  <a:cubicBezTo>
                    <a:pt x="219" y="906"/>
                    <a:pt x="375" y="718"/>
                    <a:pt x="594" y="718"/>
                  </a:cubicBezTo>
                  <a:lnTo>
                    <a:pt x="562" y="187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76567033-D467-7B6D-A843-77ECD1592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5008563"/>
              <a:ext cx="641350" cy="473075"/>
            </a:xfrm>
            <a:custGeom>
              <a:avLst/>
              <a:gdLst>
                <a:gd name="T0" fmla="*/ 1780 w 1781"/>
                <a:gd name="T1" fmla="*/ 1312 h 1313"/>
                <a:gd name="T2" fmla="*/ 1780 w 1781"/>
                <a:gd name="T3" fmla="*/ 1312 h 1313"/>
                <a:gd name="T4" fmla="*/ 1780 w 1781"/>
                <a:gd name="T5" fmla="*/ 406 h 1313"/>
                <a:gd name="T6" fmla="*/ 1405 w 1781"/>
                <a:gd name="T7" fmla="*/ 0 h 1313"/>
                <a:gd name="T8" fmla="*/ 968 w 1781"/>
                <a:gd name="T9" fmla="*/ 250 h 1313"/>
                <a:gd name="T10" fmla="*/ 625 w 1781"/>
                <a:gd name="T11" fmla="*/ 0 h 1313"/>
                <a:gd name="T12" fmla="*/ 218 w 1781"/>
                <a:gd name="T13" fmla="*/ 250 h 1313"/>
                <a:gd name="T14" fmla="*/ 218 w 1781"/>
                <a:gd name="T15" fmla="*/ 0 h 1313"/>
                <a:gd name="T16" fmla="*/ 0 w 1781"/>
                <a:gd name="T17" fmla="*/ 0 h 1313"/>
                <a:gd name="T18" fmla="*/ 0 w 1781"/>
                <a:gd name="T19" fmla="*/ 1312 h 1313"/>
                <a:gd name="T20" fmla="*/ 218 w 1781"/>
                <a:gd name="T21" fmla="*/ 1312 h 1313"/>
                <a:gd name="T22" fmla="*/ 218 w 1781"/>
                <a:gd name="T23" fmla="*/ 781 h 1313"/>
                <a:gd name="T24" fmla="*/ 562 w 1781"/>
                <a:gd name="T25" fmla="*/ 187 h 1313"/>
                <a:gd name="T26" fmla="*/ 781 w 1781"/>
                <a:gd name="T27" fmla="*/ 437 h 1313"/>
                <a:gd name="T28" fmla="*/ 781 w 1781"/>
                <a:gd name="T29" fmla="*/ 1312 h 1313"/>
                <a:gd name="T30" fmla="*/ 1000 w 1781"/>
                <a:gd name="T31" fmla="*/ 1312 h 1313"/>
                <a:gd name="T32" fmla="*/ 1000 w 1781"/>
                <a:gd name="T33" fmla="*/ 781 h 1313"/>
                <a:gd name="T34" fmla="*/ 1343 w 1781"/>
                <a:gd name="T35" fmla="*/ 187 h 1313"/>
                <a:gd name="T36" fmla="*/ 1561 w 1781"/>
                <a:gd name="T37" fmla="*/ 437 h 1313"/>
                <a:gd name="T38" fmla="*/ 1561 w 1781"/>
                <a:gd name="T39" fmla="*/ 1312 h 1313"/>
                <a:gd name="T40" fmla="*/ 1780 w 1781"/>
                <a:gd name="T41" fmla="*/ 1312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81" h="1313">
                  <a:moveTo>
                    <a:pt x="1780" y="1312"/>
                  </a:moveTo>
                  <a:lnTo>
                    <a:pt x="1780" y="1312"/>
                  </a:lnTo>
                  <a:cubicBezTo>
                    <a:pt x="1780" y="406"/>
                    <a:pt x="1780" y="406"/>
                    <a:pt x="1780" y="406"/>
                  </a:cubicBezTo>
                  <a:cubicBezTo>
                    <a:pt x="1780" y="125"/>
                    <a:pt x="1655" y="0"/>
                    <a:pt x="1405" y="0"/>
                  </a:cubicBezTo>
                  <a:cubicBezTo>
                    <a:pt x="1218" y="0"/>
                    <a:pt x="1062" y="94"/>
                    <a:pt x="968" y="250"/>
                  </a:cubicBezTo>
                  <a:cubicBezTo>
                    <a:pt x="937" y="94"/>
                    <a:pt x="812" y="0"/>
                    <a:pt x="625" y="0"/>
                  </a:cubicBezTo>
                  <a:cubicBezTo>
                    <a:pt x="437" y="0"/>
                    <a:pt x="312" y="62"/>
                    <a:pt x="218" y="25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8" y="1312"/>
                    <a:pt x="218" y="1312"/>
                    <a:pt x="218" y="1312"/>
                  </a:cubicBezTo>
                  <a:cubicBezTo>
                    <a:pt x="218" y="781"/>
                    <a:pt x="218" y="781"/>
                    <a:pt x="218" y="781"/>
                  </a:cubicBezTo>
                  <a:cubicBezTo>
                    <a:pt x="218" y="406"/>
                    <a:pt x="375" y="187"/>
                    <a:pt x="562" y="187"/>
                  </a:cubicBezTo>
                  <a:cubicBezTo>
                    <a:pt x="718" y="187"/>
                    <a:pt x="781" y="281"/>
                    <a:pt x="781" y="437"/>
                  </a:cubicBezTo>
                  <a:cubicBezTo>
                    <a:pt x="781" y="1312"/>
                    <a:pt x="781" y="1312"/>
                    <a:pt x="781" y="1312"/>
                  </a:cubicBezTo>
                  <a:cubicBezTo>
                    <a:pt x="1000" y="1312"/>
                    <a:pt x="1000" y="1312"/>
                    <a:pt x="1000" y="1312"/>
                  </a:cubicBezTo>
                  <a:cubicBezTo>
                    <a:pt x="1000" y="781"/>
                    <a:pt x="1000" y="781"/>
                    <a:pt x="1000" y="781"/>
                  </a:cubicBezTo>
                  <a:cubicBezTo>
                    <a:pt x="1000" y="406"/>
                    <a:pt x="1156" y="187"/>
                    <a:pt x="1343" y="187"/>
                  </a:cubicBezTo>
                  <a:cubicBezTo>
                    <a:pt x="1499" y="187"/>
                    <a:pt x="1561" y="281"/>
                    <a:pt x="1561" y="437"/>
                  </a:cubicBezTo>
                  <a:cubicBezTo>
                    <a:pt x="1561" y="1312"/>
                    <a:pt x="1561" y="1312"/>
                    <a:pt x="1561" y="1312"/>
                  </a:cubicBezTo>
                  <a:lnTo>
                    <a:pt x="1780" y="131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EFA350AA-1C32-D5F3-9595-3E3E6F5C4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5008563"/>
              <a:ext cx="79375" cy="473075"/>
            </a:xfrm>
            <a:custGeom>
              <a:avLst/>
              <a:gdLst>
                <a:gd name="T0" fmla="*/ 219 w 220"/>
                <a:gd name="T1" fmla="*/ 0 h 1313"/>
                <a:gd name="T2" fmla="*/ 0 w 220"/>
                <a:gd name="T3" fmla="*/ 0 h 1313"/>
                <a:gd name="T4" fmla="*/ 0 w 220"/>
                <a:gd name="T5" fmla="*/ 1312 h 1313"/>
                <a:gd name="T6" fmla="*/ 219 w 220"/>
                <a:gd name="T7" fmla="*/ 1312 h 1313"/>
                <a:gd name="T8" fmla="*/ 219 w 220"/>
                <a:gd name="T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313">
                  <a:moveTo>
                    <a:pt x="219" y="0"/>
                  </a:moveTo>
                  <a:lnTo>
                    <a:pt x="0" y="0"/>
                  </a:lnTo>
                  <a:lnTo>
                    <a:pt x="0" y="1312"/>
                  </a:lnTo>
                  <a:lnTo>
                    <a:pt x="219" y="1312"/>
                  </a:lnTo>
                  <a:lnTo>
                    <a:pt x="21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1AEE9D41-DEA8-0F4D-E2F3-BF68C7F6D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238" y="4816475"/>
              <a:ext cx="123825" cy="123825"/>
            </a:xfrm>
            <a:custGeom>
              <a:avLst/>
              <a:gdLst>
                <a:gd name="T0" fmla="*/ 344 w 345"/>
                <a:gd name="T1" fmla="*/ 187 h 344"/>
                <a:gd name="T2" fmla="*/ 344 w 345"/>
                <a:gd name="T3" fmla="*/ 187 h 344"/>
                <a:gd name="T4" fmla="*/ 156 w 345"/>
                <a:gd name="T5" fmla="*/ 0 h 344"/>
                <a:gd name="T6" fmla="*/ 0 w 345"/>
                <a:gd name="T7" fmla="*/ 187 h 344"/>
                <a:gd name="T8" fmla="*/ 156 w 345"/>
                <a:gd name="T9" fmla="*/ 343 h 344"/>
                <a:gd name="T10" fmla="*/ 344 w 345"/>
                <a:gd name="T11" fmla="*/ 187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5" h="344">
                  <a:moveTo>
                    <a:pt x="344" y="187"/>
                  </a:moveTo>
                  <a:lnTo>
                    <a:pt x="344" y="187"/>
                  </a:lnTo>
                  <a:cubicBezTo>
                    <a:pt x="344" y="93"/>
                    <a:pt x="250" y="0"/>
                    <a:pt x="156" y="0"/>
                  </a:cubicBezTo>
                  <a:cubicBezTo>
                    <a:pt x="62" y="0"/>
                    <a:pt x="0" y="93"/>
                    <a:pt x="0" y="187"/>
                  </a:cubicBezTo>
                  <a:cubicBezTo>
                    <a:pt x="0" y="281"/>
                    <a:pt x="62" y="343"/>
                    <a:pt x="156" y="343"/>
                  </a:cubicBezTo>
                  <a:cubicBezTo>
                    <a:pt x="250" y="343"/>
                    <a:pt x="344" y="281"/>
                    <a:pt x="344" y="18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F9C04B31-644E-19B5-D353-FCC0558FC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816475"/>
              <a:ext cx="382587" cy="663575"/>
            </a:xfrm>
            <a:custGeom>
              <a:avLst/>
              <a:gdLst>
                <a:gd name="T0" fmla="*/ 750 w 1063"/>
                <a:gd name="T1" fmla="*/ 531 h 1844"/>
                <a:gd name="T2" fmla="*/ 218 w 1063"/>
                <a:gd name="T3" fmla="*/ 1093 h 1844"/>
                <a:gd name="T4" fmla="*/ 218 w 1063"/>
                <a:gd name="T5" fmla="*/ 0 h 1844"/>
                <a:gd name="T6" fmla="*/ 0 w 1063"/>
                <a:gd name="T7" fmla="*/ 0 h 1844"/>
                <a:gd name="T8" fmla="*/ 0 w 1063"/>
                <a:gd name="T9" fmla="*/ 1843 h 1844"/>
                <a:gd name="T10" fmla="*/ 218 w 1063"/>
                <a:gd name="T11" fmla="*/ 1843 h 1844"/>
                <a:gd name="T12" fmla="*/ 218 w 1063"/>
                <a:gd name="T13" fmla="*/ 1187 h 1844"/>
                <a:gd name="T14" fmla="*/ 781 w 1063"/>
                <a:gd name="T15" fmla="*/ 1843 h 1844"/>
                <a:gd name="T16" fmla="*/ 1062 w 1063"/>
                <a:gd name="T17" fmla="*/ 1843 h 1844"/>
                <a:gd name="T18" fmla="*/ 468 w 1063"/>
                <a:gd name="T19" fmla="*/ 1156 h 1844"/>
                <a:gd name="T20" fmla="*/ 1031 w 1063"/>
                <a:gd name="T21" fmla="*/ 531 h 1844"/>
                <a:gd name="T22" fmla="*/ 750 w 1063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4">
                  <a:moveTo>
                    <a:pt x="750" y="531"/>
                  </a:moveTo>
                  <a:lnTo>
                    <a:pt x="218" y="1093"/>
                  </a:lnTo>
                  <a:lnTo>
                    <a:pt x="218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8" y="1843"/>
                  </a:lnTo>
                  <a:lnTo>
                    <a:pt x="218" y="1187"/>
                  </a:lnTo>
                  <a:lnTo>
                    <a:pt x="781" y="1843"/>
                  </a:lnTo>
                  <a:lnTo>
                    <a:pt x="1062" y="1843"/>
                  </a:lnTo>
                  <a:lnTo>
                    <a:pt x="468" y="1156"/>
                  </a:lnTo>
                  <a:lnTo>
                    <a:pt x="1031" y="531"/>
                  </a:lnTo>
                  <a:lnTo>
                    <a:pt x="750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4C0AF35A-9982-8F3E-0D64-CCFFB7AF5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4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6C1395C1-D25C-0294-962D-35A8A17DD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963" y="5008563"/>
              <a:ext cx="282575" cy="473075"/>
            </a:xfrm>
            <a:custGeom>
              <a:avLst/>
              <a:gdLst>
                <a:gd name="T0" fmla="*/ 219 w 783"/>
                <a:gd name="T1" fmla="*/ 219 h 1313"/>
                <a:gd name="T2" fmla="*/ 219 w 783"/>
                <a:gd name="T3" fmla="*/ 219 h 1313"/>
                <a:gd name="T4" fmla="*/ 219 w 783"/>
                <a:gd name="T5" fmla="*/ 0 h 1313"/>
                <a:gd name="T6" fmla="*/ 0 w 783"/>
                <a:gd name="T7" fmla="*/ 0 h 1313"/>
                <a:gd name="T8" fmla="*/ 0 w 783"/>
                <a:gd name="T9" fmla="*/ 1312 h 1313"/>
                <a:gd name="T10" fmla="*/ 219 w 783"/>
                <a:gd name="T11" fmla="*/ 1312 h 1313"/>
                <a:gd name="T12" fmla="*/ 219 w 783"/>
                <a:gd name="T13" fmla="*/ 812 h 1313"/>
                <a:gd name="T14" fmla="*/ 313 w 783"/>
                <a:gd name="T15" fmla="*/ 344 h 1313"/>
                <a:gd name="T16" fmla="*/ 594 w 783"/>
                <a:gd name="T17" fmla="*/ 187 h 1313"/>
                <a:gd name="T18" fmla="*/ 719 w 783"/>
                <a:gd name="T19" fmla="*/ 219 h 1313"/>
                <a:gd name="T20" fmla="*/ 782 w 783"/>
                <a:gd name="T21" fmla="*/ 31 h 1313"/>
                <a:gd name="T22" fmla="*/ 594 w 783"/>
                <a:gd name="T23" fmla="*/ 0 h 1313"/>
                <a:gd name="T24" fmla="*/ 219 w 783"/>
                <a:gd name="T25" fmla="*/ 219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1313">
                  <a:moveTo>
                    <a:pt x="219" y="219"/>
                  </a:moveTo>
                  <a:lnTo>
                    <a:pt x="219" y="219"/>
                  </a:ln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812"/>
                    <a:pt x="219" y="812"/>
                    <a:pt x="219" y="812"/>
                  </a:cubicBezTo>
                  <a:cubicBezTo>
                    <a:pt x="219" y="625"/>
                    <a:pt x="250" y="469"/>
                    <a:pt x="313" y="344"/>
                  </a:cubicBezTo>
                  <a:cubicBezTo>
                    <a:pt x="407" y="250"/>
                    <a:pt x="469" y="187"/>
                    <a:pt x="594" y="187"/>
                  </a:cubicBezTo>
                  <a:cubicBezTo>
                    <a:pt x="625" y="187"/>
                    <a:pt x="688" y="187"/>
                    <a:pt x="719" y="219"/>
                  </a:cubicBezTo>
                  <a:cubicBezTo>
                    <a:pt x="782" y="31"/>
                    <a:pt x="782" y="31"/>
                    <a:pt x="782" y="31"/>
                  </a:cubicBezTo>
                  <a:cubicBezTo>
                    <a:pt x="719" y="0"/>
                    <a:pt x="657" y="0"/>
                    <a:pt x="594" y="0"/>
                  </a:cubicBezTo>
                  <a:cubicBezTo>
                    <a:pt x="438" y="0"/>
                    <a:pt x="282" y="94"/>
                    <a:pt x="219" y="21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2644EE38-5011-0EE0-D112-B071E514F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100" y="5008563"/>
              <a:ext cx="371475" cy="473075"/>
            </a:xfrm>
            <a:custGeom>
              <a:avLst/>
              <a:gdLst>
                <a:gd name="T0" fmla="*/ 656 w 1032"/>
                <a:gd name="T1" fmla="*/ 0 h 1313"/>
                <a:gd name="T2" fmla="*/ 656 w 1032"/>
                <a:gd name="T3" fmla="*/ 0 h 1313"/>
                <a:gd name="T4" fmla="*/ 219 w 1032"/>
                <a:gd name="T5" fmla="*/ 250 h 1313"/>
                <a:gd name="T6" fmla="*/ 219 w 1032"/>
                <a:gd name="T7" fmla="*/ 0 h 1313"/>
                <a:gd name="T8" fmla="*/ 0 w 1032"/>
                <a:gd name="T9" fmla="*/ 0 h 1313"/>
                <a:gd name="T10" fmla="*/ 0 w 1032"/>
                <a:gd name="T11" fmla="*/ 1312 h 1313"/>
                <a:gd name="T12" fmla="*/ 219 w 1032"/>
                <a:gd name="T13" fmla="*/ 1312 h 1313"/>
                <a:gd name="T14" fmla="*/ 219 w 1032"/>
                <a:gd name="T15" fmla="*/ 781 h 1313"/>
                <a:gd name="T16" fmla="*/ 312 w 1032"/>
                <a:gd name="T17" fmla="*/ 344 h 1313"/>
                <a:gd name="T18" fmla="*/ 594 w 1032"/>
                <a:gd name="T19" fmla="*/ 187 h 1313"/>
                <a:gd name="T20" fmla="*/ 812 w 1032"/>
                <a:gd name="T21" fmla="*/ 469 h 1313"/>
                <a:gd name="T22" fmla="*/ 812 w 1032"/>
                <a:gd name="T23" fmla="*/ 1312 h 1313"/>
                <a:gd name="T24" fmla="*/ 1031 w 1032"/>
                <a:gd name="T25" fmla="*/ 1312 h 1313"/>
                <a:gd name="T26" fmla="*/ 1031 w 1032"/>
                <a:gd name="T27" fmla="*/ 406 h 1313"/>
                <a:gd name="T28" fmla="*/ 656 w 1032"/>
                <a:gd name="T2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2" h="1313">
                  <a:moveTo>
                    <a:pt x="656" y="0"/>
                  </a:moveTo>
                  <a:lnTo>
                    <a:pt x="656" y="0"/>
                  </a:lnTo>
                  <a:cubicBezTo>
                    <a:pt x="469" y="0"/>
                    <a:pt x="312" y="62"/>
                    <a:pt x="219" y="25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781"/>
                    <a:pt x="219" y="781"/>
                    <a:pt x="219" y="781"/>
                  </a:cubicBezTo>
                  <a:cubicBezTo>
                    <a:pt x="219" y="594"/>
                    <a:pt x="250" y="469"/>
                    <a:pt x="312" y="344"/>
                  </a:cubicBezTo>
                  <a:cubicBezTo>
                    <a:pt x="406" y="250"/>
                    <a:pt x="500" y="187"/>
                    <a:pt x="594" y="187"/>
                  </a:cubicBezTo>
                  <a:cubicBezTo>
                    <a:pt x="750" y="187"/>
                    <a:pt x="812" y="281"/>
                    <a:pt x="812" y="469"/>
                  </a:cubicBezTo>
                  <a:cubicBezTo>
                    <a:pt x="812" y="1312"/>
                    <a:pt x="812" y="1312"/>
                    <a:pt x="812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06"/>
                    <a:pt x="1031" y="406"/>
                    <a:pt x="1031" y="406"/>
                  </a:cubicBezTo>
                  <a:cubicBezTo>
                    <a:pt x="1031" y="125"/>
                    <a:pt x="875" y="0"/>
                    <a:pt x="65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DBC8BE7-059E-55D8-7F8C-AE62C51D2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5008563"/>
              <a:ext cx="338137" cy="484187"/>
            </a:xfrm>
            <a:custGeom>
              <a:avLst/>
              <a:gdLst>
                <a:gd name="T0" fmla="*/ 313 w 939"/>
                <a:gd name="T1" fmla="*/ 344 h 1345"/>
                <a:gd name="T2" fmla="*/ 313 w 939"/>
                <a:gd name="T3" fmla="*/ 344 h 1345"/>
                <a:gd name="T4" fmla="*/ 500 w 939"/>
                <a:gd name="T5" fmla="*/ 187 h 1345"/>
                <a:gd name="T6" fmla="*/ 719 w 939"/>
                <a:gd name="T7" fmla="*/ 312 h 1345"/>
                <a:gd name="T8" fmla="*/ 875 w 939"/>
                <a:gd name="T9" fmla="*/ 187 h 1345"/>
                <a:gd name="T10" fmla="*/ 500 w 939"/>
                <a:gd name="T11" fmla="*/ 0 h 1345"/>
                <a:gd name="T12" fmla="*/ 94 w 939"/>
                <a:gd name="T13" fmla="*/ 344 h 1345"/>
                <a:gd name="T14" fmla="*/ 500 w 939"/>
                <a:gd name="T15" fmla="*/ 750 h 1345"/>
                <a:gd name="T16" fmla="*/ 719 w 939"/>
                <a:gd name="T17" fmla="*/ 937 h 1345"/>
                <a:gd name="T18" fmla="*/ 500 w 939"/>
                <a:gd name="T19" fmla="*/ 1156 h 1345"/>
                <a:gd name="T20" fmla="*/ 188 w 939"/>
                <a:gd name="T21" fmla="*/ 875 h 1345"/>
                <a:gd name="T22" fmla="*/ 0 w 939"/>
                <a:gd name="T23" fmla="*/ 1000 h 1345"/>
                <a:gd name="T24" fmla="*/ 500 w 939"/>
                <a:gd name="T25" fmla="*/ 1344 h 1345"/>
                <a:gd name="T26" fmla="*/ 938 w 939"/>
                <a:gd name="T27" fmla="*/ 937 h 1345"/>
                <a:gd name="T28" fmla="*/ 313 w 939"/>
                <a:gd name="T29" fmla="*/ 344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45">
                  <a:moveTo>
                    <a:pt x="313" y="344"/>
                  </a:moveTo>
                  <a:lnTo>
                    <a:pt x="313" y="344"/>
                  </a:lnTo>
                  <a:cubicBezTo>
                    <a:pt x="313" y="250"/>
                    <a:pt x="407" y="187"/>
                    <a:pt x="500" y="187"/>
                  </a:cubicBezTo>
                  <a:cubicBezTo>
                    <a:pt x="563" y="187"/>
                    <a:pt x="657" y="219"/>
                    <a:pt x="719" y="312"/>
                  </a:cubicBezTo>
                  <a:cubicBezTo>
                    <a:pt x="875" y="187"/>
                    <a:pt x="875" y="187"/>
                    <a:pt x="875" y="187"/>
                  </a:cubicBezTo>
                  <a:cubicBezTo>
                    <a:pt x="782" y="62"/>
                    <a:pt x="657" y="0"/>
                    <a:pt x="500" y="0"/>
                  </a:cubicBezTo>
                  <a:cubicBezTo>
                    <a:pt x="250" y="0"/>
                    <a:pt x="94" y="156"/>
                    <a:pt x="94" y="344"/>
                  </a:cubicBezTo>
                  <a:cubicBezTo>
                    <a:pt x="94" y="594"/>
                    <a:pt x="313" y="687"/>
                    <a:pt x="500" y="750"/>
                  </a:cubicBezTo>
                  <a:cubicBezTo>
                    <a:pt x="625" y="781"/>
                    <a:pt x="719" y="844"/>
                    <a:pt x="719" y="937"/>
                  </a:cubicBezTo>
                  <a:cubicBezTo>
                    <a:pt x="719" y="1062"/>
                    <a:pt x="657" y="1156"/>
                    <a:pt x="500" y="1156"/>
                  </a:cubicBezTo>
                  <a:cubicBezTo>
                    <a:pt x="375" y="1156"/>
                    <a:pt x="282" y="1062"/>
                    <a:pt x="188" y="875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4" y="1187"/>
                    <a:pt x="250" y="1344"/>
                    <a:pt x="500" y="1344"/>
                  </a:cubicBezTo>
                  <a:cubicBezTo>
                    <a:pt x="782" y="1344"/>
                    <a:pt x="938" y="1187"/>
                    <a:pt x="938" y="937"/>
                  </a:cubicBezTo>
                  <a:cubicBezTo>
                    <a:pt x="938" y="531"/>
                    <a:pt x="313" y="594"/>
                    <a:pt x="313" y="34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A51BC940-4F93-71FA-3A61-52AC8AB72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500" y="567213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12 h 1813"/>
                <a:gd name="T8" fmla="*/ 1094 w 1501"/>
                <a:gd name="T9" fmla="*/ 1312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093 h 1813"/>
                <a:gd name="T20" fmla="*/ 750 w 1501"/>
                <a:gd name="T21" fmla="*/ 281 h 1813"/>
                <a:gd name="T22" fmla="*/ 1031 w 1501"/>
                <a:gd name="T23" fmla="*/ 1093 h 1813"/>
                <a:gd name="T24" fmla="*/ 469 w 1501"/>
                <a:gd name="T25" fmla="*/ 1093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12"/>
                  </a:lnTo>
                  <a:lnTo>
                    <a:pt x="1094" y="1312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093"/>
                  </a:moveTo>
                  <a:lnTo>
                    <a:pt x="750" y="281"/>
                  </a:lnTo>
                  <a:lnTo>
                    <a:pt x="1031" y="1093"/>
                  </a:lnTo>
                  <a:lnTo>
                    <a:pt x="469" y="1093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80C5E878-AE9A-A05C-1AD9-B3C0AC30C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250" y="5986463"/>
              <a:ext cx="315913" cy="79375"/>
            </a:xfrm>
            <a:custGeom>
              <a:avLst/>
              <a:gdLst>
                <a:gd name="T0" fmla="*/ 0 w 876"/>
                <a:gd name="T1" fmla="*/ 218 h 219"/>
                <a:gd name="T2" fmla="*/ 875 w 876"/>
                <a:gd name="T3" fmla="*/ 218 h 219"/>
                <a:gd name="T4" fmla="*/ 875 w 876"/>
                <a:gd name="T5" fmla="*/ 0 h 219"/>
                <a:gd name="T6" fmla="*/ 0 w 876"/>
                <a:gd name="T7" fmla="*/ 0 h 219"/>
                <a:gd name="T8" fmla="*/ 0 w 876"/>
                <a:gd name="T9" fmla="*/ 218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6" h="219">
                  <a:moveTo>
                    <a:pt x="0" y="218"/>
                  </a:moveTo>
                  <a:lnTo>
                    <a:pt x="875" y="218"/>
                  </a:lnTo>
                  <a:lnTo>
                    <a:pt x="875" y="0"/>
                  </a:lnTo>
                  <a:lnTo>
                    <a:pt x="0" y="0"/>
                  </a:lnTo>
                  <a:lnTo>
                    <a:pt x="0" y="21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2" name="Freeform 17">
              <a:extLst>
                <a:ext uri="{FF2B5EF4-FFF2-40B4-BE49-F238E27FC236}">
                  <a16:creationId xmlns:a16="http://schemas.microsoft.com/office/drawing/2014/main" id="{8E581913-6693-586B-C945-F8074BA22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3" y="5661025"/>
              <a:ext cx="382587" cy="663575"/>
            </a:xfrm>
            <a:custGeom>
              <a:avLst/>
              <a:gdLst>
                <a:gd name="T0" fmla="*/ 1000 w 1063"/>
                <a:gd name="T1" fmla="*/ 532 h 1845"/>
                <a:gd name="T2" fmla="*/ 719 w 1063"/>
                <a:gd name="T3" fmla="*/ 532 h 1845"/>
                <a:gd name="T4" fmla="*/ 219 w 1063"/>
                <a:gd name="T5" fmla="*/ 1094 h 1845"/>
                <a:gd name="T6" fmla="*/ 219 w 1063"/>
                <a:gd name="T7" fmla="*/ 0 h 1845"/>
                <a:gd name="T8" fmla="*/ 0 w 1063"/>
                <a:gd name="T9" fmla="*/ 0 h 1845"/>
                <a:gd name="T10" fmla="*/ 0 w 1063"/>
                <a:gd name="T11" fmla="*/ 1844 h 1845"/>
                <a:gd name="T12" fmla="*/ 219 w 1063"/>
                <a:gd name="T13" fmla="*/ 1844 h 1845"/>
                <a:gd name="T14" fmla="*/ 219 w 1063"/>
                <a:gd name="T15" fmla="*/ 1188 h 1845"/>
                <a:gd name="T16" fmla="*/ 781 w 1063"/>
                <a:gd name="T17" fmla="*/ 1844 h 1845"/>
                <a:gd name="T18" fmla="*/ 1062 w 1063"/>
                <a:gd name="T19" fmla="*/ 1844 h 1845"/>
                <a:gd name="T20" fmla="*/ 437 w 1063"/>
                <a:gd name="T21" fmla="*/ 1125 h 1845"/>
                <a:gd name="T22" fmla="*/ 1000 w 1063"/>
                <a:gd name="T23" fmla="*/ 532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5">
                  <a:moveTo>
                    <a:pt x="1000" y="532"/>
                  </a:moveTo>
                  <a:lnTo>
                    <a:pt x="719" y="532"/>
                  </a:lnTo>
                  <a:lnTo>
                    <a:pt x="219" y="1094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4"/>
                  </a:lnTo>
                  <a:lnTo>
                    <a:pt x="219" y="1844"/>
                  </a:lnTo>
                  <a:lnTo>
                    <a:pt x="219" y="1188"/>
                  </a:lnTo>
                  <a:lnTo>
                    <a:pt x="781" y="1844"/>
                  </a:lnTo>
                  <a:lnTo>
                    <a:pt x="1062" y="1844"/>
                  </a:lnTo>
                  <a:lnTo>
                    <a:pt x="437" y="1125"/>
                  </a:lnTo>
                  <a:lnTo>
                    <a:pt x="1000" y="53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3" name="Freeform 18">
              <a:extLst>
                <a:ext uri="{FF2B5EF4-FFF2-40B4-BE49-F238E27FC236}">
                  <a16:creationId xmlns:a16="http://schemas.microsoft.com/office/drawing/2014/main" id="{E8A5220B-215B-8FF8-D7CA-4109454D9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5840413"/>
              <a:ext cx="371475" cy="495300"/>
            </a:xfrm>
            <a:custGeom>
              <a:avLst/>
              <a:gdLst>
                <a:gd name="T0" fmla="*/ 499 w 1031"/>
                <a:gd name="T1" fmla="*/ 0 h 1376"/>
                <a:gd name="T2" fmla="*/ 499 w 1031"/>
                <a:gd name="T3" fmla="*/ 0 h 1376"/>
                <a:gd name="T4" fmla="*/ 31 w 1031"/>
                <a:gd name="T5" fmla="*/ 375 h 1376"/>
                <a:gd name="T6" fmla="*/ 250 w 1031"/>
                <a:gd name="T7" fmla="*/ 407 h 1376"/>
                <a:gd name="T8" fmla="*/ 499 w 1031"/>
                <a:gd name="T9" fmla="*/ 219 h 1376"/>
                <a:gd name="T10" fmla="*/ 811 w 1031"/>
                <a:gd name="T11" fmla="*/ 469 h 1376"/>
                <a:gd name="T12" fmla="*/ 811 w 1031"/>
                <a:gd name="T13" fmla="*/ 532 h 1376"/>
                <a:gd name="T14" fmla="*/ 592 w 1031"/>
                <a:gd name="T15" fmla="*/ 532 h 1376"/>
                <a:gd name="T16" fmla="*/ 0 w 1031"/>
                <a:gd name="T17" fmla="*/ 969 h 1376"/>
                <a:gd name="T18" fmla="*/ 405 w 1031"/>
                <a:gd name="T19" fmla="*/ 1375 h 1376"/>
                <a:gd name="T20" fmla="*/ 811 w 1031"/>
                <a:gd name="T21" fmla="*/ 1157 h 1376"/>
                <a:gd name="T22" fmla="*/ 842 w 1031"/>
                <a:gd name="T23" fmla="*/ 1344 h 1376"/>
                <a:gd name="T24" fmla="*/ 1030 w 1031"/>
                <a:gd name="T25" fmla="*/ 1344 h 1376"/>
                <a:gd name="T26" fmla="*/ 1030 w 1031"/>
                <a:gd name="T27" fmla="*/ 500 h 1376"/>
                <a:gd name="T28" fmla="*/ 499 w 1031"/>
                <a:gd name="T29" fmla="*/ 0 h 1376"/>
                <a:gd name="T30" fmla="*/ 811 w 1031"/>
                <a:gd name="T31" fmla="*/ 750 h 1376"/>
                <a:gd name="T32" fmla="*/ 811 w 1031"/>
                <a:gd name="T33" fmla="*/ 750 h 1376"/>
                <a:gd name="T34" fmla="*/ 686 w 1031"/>
                <a:gd name="T35" fmla="*/ 1063 h 1376"/>
                <a:gd name="T36" fmla="*/ 436 w 1031"/>
                <a:gd name="T37" fmla="*/ 1157 h 1376"/>
                <a:gd name="T38" fmla="*/ 218 w 1031"/>
                <a:gd name="T39" fmla="*/ 969 h 1376"/>
                <a:gd name="T40" fmla="*/ 561 w 1031"/>
                <a:gd name="T41" fmla="*/ 719 h 1376"/>
                <a:gd name="T42" fmla="*/ 811 w 1031"/>
                <a:gd name="T43" fmla="*/ 719 h 1376"/>
                <a:gd name="T44" fmla="*/ 499 w 1031"/>
                <a:gd name="T45" fmla="*/ 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1" h="1376">
                  <a:moveTo>
                    <a:pt x="499" y="0"/>
                  </a:moveTo>
                  <a:lnTo>
                    <a:pt x="499" y="0"/>
                  </a:lnTo>
                  <a:cubicBezTo>
                    <a:pt x="250" y="0"/>
                    <a:pt x="93" y="157"/>
                    <a:pt x="31" y="375"/>
                  </a:cubicBezTo>
                  <a:cubicBezTo>
                    <a:pt x="250" y="407"/>
                    <a:pt x="250" y="407"/>
                    <a:pt x="250" y="407"/>
                  </a:cubicBezTo>
                  <a:cubicBezTo>
                    <a:pt x="281" y="282"/>
                    <a:pt x="374" y="219"/>
                    <a:pt x="499" y="219"/>
                  </a:cubicBezTo>
                  <a:cubicBezTo>
                    <a:pt x="686" y="219"/>
                    <a:pt x="811" y="313"/>
                    <a:pt x="811" y="469"/>
                  </a:cubicBezTo>
                  <a:cubicBezTo>
                    <a:pt x="811" y="532"/>
                    <a:pt x="811" y="532"/>
                    <a:pt x="811" y="532"/>
                  </a:cubicBezTo>
                  <a:cubicBezTo>
                    <a:pt x="592" y="532"/>
                    <a:pt x="592" y="532"/>
                    <a:pt x="592" y="532"/>
                  </a:cubicBezTo>
                  <a:cubicBezTo>
                    <a:pt x="218" y="532"/>
                    <a:pt x="0" y="688"/>
                    <a:pt x="0" y="969"/>
                  </a:cubicBezTo>
                  <a:cubicBezTo>
                    <a:pt x="0" y="1219"/>
                    <a:pt x="156" y="1375"/>
                    <a:pt x="405" y="1375"/>
                  </a:cubicBezTo>
                  <a:cubicBezTo>
                    <a:pt x="561" y="1375"/>
                    <a:pt x="717" y="1282"/>
                    <a:pt x="811" y="1157"/>
                  </a:cubicBezTo>
                  <a:cubicBezTo>
                    <a:pt x="842" y="1344"/>
                    <a:pt x="842" y="1344"/>
                    <a:pt x="842" y="1344"/>
                  </a:cubicBezTo>
                  <a:cubicBezTo>
                    <a:pt x="1030" y="1344"/>
                    <a:pt x="1030" y="1344"/>
                    <a:pt x="1030" y="1344"/>
                  </a:cubicBezTo>
                  <a:cubicBezTo>
                    <a:pt x="1030" y="500"/>
                    <a:pt x="1030" y="500"/>
                    <a:pt x="1030" y="500"/>
                  </a:cubicBezTo>
                  <a:cubicBezTo>
                    <a:pt x="1030" y="157"/>
                    <a:pt x="811" y="0"/>
                    <a:pt x="499" y="0"/>
                  </a:cubicBezTo>
                  <a:lnTo>
                    <a:pt x="811" y="750"/>
                  </a:lnTo>
                  <a:lnTo>
                    <a:pt x="811" y="750"/>
                  </a:lnTo>
                  <a:cubicBezTo>
                    <a:pt x="811" y="907"/>
                    <a:pt x="749" y="1000"/>
                    <a:pt x="686" y="1063"/>
                  </a:cubicBezTo>
                  <a:cubicBezTo>
                    <a:pt x="624" y="1125"/>
                    <a:pt x="530" y="1157"/>
                    <a:pt x="436" y="1157"/>
                  </a:cubicBezTo>
                  <a:cubicBezTo>
                    <a:pt x="281" y="1157"/>
                    <a:pt x="218" y="1094"/>
                    <a:pt x="218" y="969"/>
                  </a:cubicBezTo>
                  <a:cubicBezTo>
                    <a:pt x="218" y="813"/>
                    <a:pt x="343" y="719"/>
                    <a:pt x="561" y="719"/>
                  </a:cubicBezTo>
                  <a:cubicBezTo>
                    <a:pt x="811" y="719"/>
                    <a:pt x="811" y="719"/>
                    <a:pt x="811" y="719"/>
                  </a:cubicBezTo>
                  <a:lnTo>
                    <a:pt x="49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4" name="Freeform 19">
              <a:extLst>
                <a:ext uri="{FF2B5EF4-FFF2-40B4-BE49-F238E27FC236}">
                  <a16:creationId xmlns:a16="http://schemas.microsoft.com/office/drawing/2014/main" id="{2D5E3EF8-7B10-D614-6A3F-2FA2CEFE9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5840413"/>
              <a:ext cx="338138" cy="495300"/>
            </a:xfrm>
            <a:custGeom>
              <a:avLst/>
              <a:gdLst>
                <a:gd name="T0" fmla="*/ 313 w 939"/>
                <a:gd name="T1" fmla="*/ 375 h 1376"/>
                <a:gd name="T2" fmla="*/ 313 w 939"/>
                <a:gd name="T3" fmla="*/ 375 h 1376"/>
                <a:gd name="T4" fmla="*/ 469 w 939"/>
                <a:gd name="T5" fmla="*/ 219 h 1376"/>
                <a:gd name="T6" fmla="*/ 719 w 939"/>
                <a:gd name="T7" fmla="*/ 344 h 1376"/>
                <a:gd name="T8" fmla="*/ 875 w 939"/>
                <a:gd name="T9" fmla="*/ 219 h 1376"/>
                <a:gd name="T10" fmla="*/ 469 w 939"/>
                <a:gd name="T11" fmla="*/ 0 h 1376"/>
                <a:gd name="T12" fmla="*/ 94 w 939"/>
                <a:gd name="T13" fmla="*/ 375 h 1376"/>
                <a:gd name="T14" fmla="*/ 500 w 939"/>
                <a:gd name="T15" fmla="*/ 782 h 1376"/>
                <a:gd name="T16" fmla="*/ 688 w 939"/>
                <a:gd name="T17" fmla="*/ 969 h 1376"/>
                <a:gd name="T18" fmla="*/ 500 w 939"/>
                <a:gd name="T19" fmla="*/ 1157 h 1376"/>
                <a:gd name="T20" fmla="*/ 188 w 939"/>
                <a:gd name="T21" fmla="*/ 907 h 1376"/>
                <a:gd name="T22" fmla="*/ 0 w 939"/>
                <a:gd name="T23" fmla="*/ 1000 h 1376"/>
                <a:gd name="T24" fmla="*/ 500 w 939"/>
                <a:gd name="T25" fmla="*/ 1375 h 1376"/>
                <a:gd name="T26" fmla="*/ 938 w 939"/>
                <a:gd name="T27" fmla="*/ 938 h 1376"/>
                <a:gd name="T28" fmla="*/ 313 w 939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76">
                  <a:moveTo>
                    <a:pt x="313" y="375"/>
                  </a:moveTo>
                  <a:lnTo>
                    <a:pt x="313" y="375"/>
                  </a:lnTo>
                  <a:cubicBezTo>
                    <a:pt x="313" y="282"/>
                    <a:pt x="375" y="219"/>
                    <a:pt x="469" y="219"/>
                  </a:cubicBezTo>
                  <a:cubicBezTo>
                    <a:pt x="563" y="219"/>
                    <a:pt x="625" y="250"/>
                    <a:pt x="719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25" y="0"/>
                    <a:pt x="469" y="0"/>
                  </a:cubicBezTo>
                  <a:cubicBezTo>
                    <a:pt x="250" y="0"/>
                    <a:pt x="94" y="157"/>
                    <a:pt x="94" y="375"/>
                  </a:cubicBezTo>
                  <a:cubicBezTo>
                    <a:pt x="94" y="625"/>
                    <a:pt x="313" y="719"/>
                    <a:pt x="500" y="782"/>
                  </a:cubicBezTo>
                  <a:cubicBezTo>
                    <a:pt x="594" y="813"/>
                    <a:pt x="688" y="875"/>
                    <a:pt x="688" y="969"/>
                  </a:cubicBezTo>
                  <a:cubicBezTo>
                    <a:pt x="688" y="1094"/>
                    <a:pt x="625" y="1157"/>
                    <a:pt x="500" y="1157"/>
                  </a:cubicBezTo>
                  <a:cubicBezTo>
                    <a:pt x="344" y="1157"/>
                    <a:pt x="250" y="1094"/>
                    <a:pt x="188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63" y="1219"/>
                    <a:pt x="250" y="1375"/>
                    <a:pt x="500" y="1375"/>
                  </a:cubicBezTo>
                  <a:cubicBezTo>
                    <a:pt x="750" y="1375"/>
                    <a:pt x="938" y="1219"/>
                    <a:pt x="938" y="938"/>
                  </a:cubicBezTo>
                  <a:cubicBezTo>
                    <a:pt x="938" y="563"/>
                    <a:pt x="313" y="594"/>
                    <a:pt x="313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5" name="Freeform 20">
              <a:extLst>
                <a:ext uri="{FF2B5EF4-FFF2-40B4-BE49-F238E27FC236}">
                  <a16:creationId xmlns:a16="http://schemas.microsoft.com/office/drawing/2014/main" id="{6D700FD7-32A0-01B8-6F53-7F2389D65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388" y="5840413"/>
              <a:ext cx="338137" cy="495300"/>
            </a:xfrm>
            <a:custGeom>
              <a:avLst/>
              <a:gdLst>
                <a:gd name="T0" fmla="*/ 312 w 938"/>
                <a:gd name="T1" fmla="*/ 375 h 1376"/>
                <a:gd name="T2" fmla="*/ 312 w 938"/>
                <a:gd name="T3" fmla="*/ 375 h 1376"/>
                <a:gd name="T4" fmla="*/ 468 w 938"/>
                <a:gd name="T5" fmla="*/ 219 h 1376"/>
                <a:gd name="T6" fmla="*/ 718 w 938"/>
                <a:gd name="T7" fmla="*/ 344 h 1376"/>
                <a:gd name="T8" fmla="*/ 875 w 938"/>
                <a:gd name="T9" fmla="*/ 219 h 1376"/>
                <a:gd name="T10" fmla="*/ 500 w 938"/>
                <a:gd name="T11" fmla="*/ 0 h 1376"/>
                <a:gd name="T12" fmla="*/ 93 w 938"/>
                <a:gd name="T13" fmla="*/ 375 h 1376"/>
                <a:gd name="T14" fmla="*/ 500 w 938"/>
                <a:gd name="T15" fmla="*/ 782 h 1376"/>
                <a:gd name="T16" fmla="*/ 718 w 938"/>
                <a:gd name="T17" fmla="*/ 969 h 1376"/>
                <a:gd name="T18" fmla="*/ 500 w 938"/>
                <a:gd name="T19" fmla="*/ 1157 h 1376"/>
                <a:gd name="T20" fmla="*/ 187 w 938"/>
                <a:gd name="T21" fmla="*/ 907 h 1376"/>
                <a:gd name="T22" fmla="*/ 0 w 938"/>
                <a:gd name="T23" fmla="*/ 1000 h 1376"/>
                <a:gd name="T24" fmla="*/ 500 w 938"/>
                <a:gd name="T25" fmla="*/ 1375 h 1376"/>
                <a:gd name="T26" fmla="*/ 937 w 938"/>
                <a:gd name="T27" fmla="*/ 938 h 1376"/>
                <a:gd name="T28" fmla="*/ 312 w 938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8" h="1376">
                  <a:moveTo>
                    <a:pt x="312" y="375"/>
                  </a:moveTo>
                  <a:lnTo>
                    <a:pt x="312" y="375"/>
                  </a:lnTo>
                  <a:cubicBezTo>
                    <a:pt x="312" y="282"/>
                    <a:pt x="375" y="219"/>
                    <a:pt x="468" y="219"/>
                  </a:cubicBezTo>
                  <a:cubicBezTo>
                    <a:pt x="562" y="219"/>
                    <a:pt x="625" y="250"/>
                    <a:pt x="718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56" y="0"/>
                    <a:pt x="500" y="0"/>
                  </a:cubicBezTo>
                  <a:cubicBezTo>
                    <a:pt x="249" y="0"/>
                    <a:pt x="93" y="157"/>
                    <a:pt x="93" y="375"/>
                  </a:cubicBezTo>
                  <a:cubicBezTo>
                    <a:pt x="93" y="625"/>
                    <a:pt x="312" y="719"/>
                    <a:pt x="500" y="782"/>
                  </a:cubicBezTo>
                  <a:cubicBezTo>
                    <a:pt x="625" y="813"/>
                    <a:pt x="718" y="875"/>
                    <a:pt x="718" y="969"/>
                  </a:cubicBezTo>
                  <a:cubicBezTo>
                    <a:pt x="718" y="1094"/>
                    <a:pt x="625" y="1157"/>
                    <a:pt x="500" y="1157"/>
                  </a:cubicBezTo>
                  <a:cubicBezTo>
                    <a:pt x="375" y="1157"/>
                    <a:pt x="249" y="1094"/>
                    <a:pt x="187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3" y="1219"/>
                    <a:pt x="249" y="1375"/>
                    <a:pt x="500" y="1375"/>
                  </a:cubicBezTo>
                  <a:cubicBezTo>
                    <a:pt x="750" y="1375"/>
                    <a:pt x="937" y="1219"/>
                    <a:pt x="937" y="938"/>
                  </a:cubicBezTo>
                  <a:cubicBezTo>
                    <a:pt x="937" y="563"/>
                    <a:pt x="312" y="594"/>
                    <a:pt x="312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6" name="Freeform 22">
              <a:extLst>
                <a:ext uri="{FF2B5EF4-FFF2-40B4-BE49-F238E27FC236}">
                  <a16:creationId xmlns:a16="http://schemas.microsoft.com/office/drawing/2014/main" id="{7307DAC2-91FC-1F68-410C-15D01B47A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868363"/>
              <a:ext cx="2947987" cy="3622675"/>
            </a:xfrm>
            <a:custGeom>
              <a:avLst/>
              <a:gdLst>
                <a:gd name="T0" fmla="*/ 4093 w 8188"/>
                <a:gd name="T1" fmla="*/ 1625 h 10062"/>
                <a:gd name="T2" fmla="*/ 6905 w 8188"/>
                <a:gd name="T3" fmla="*/ 10061 h 10062"/>
                <a:gd name="T4" fmla="*/ 8187 w 8188"/>
                <a:gd name="T5" fmla="*/ 10061 h 10062"/>
                <a:gd name="T6" fmla="*/ 4687 w 8188"/>
                <a:gd name="T7" fmla="*/ 0 h 10062"/>
                <a:gd name="T8" fmla="*/ 3500 w 8188"/>
                <a:gd name="T9" fmla="*/ 0 h 10062"/>
                <a:gd name="T10" fmla="*/ 0 w 8188"/>
                <a:gd name="T11" fmla="*/ 10061 h 10062"/>
                <a:gd name="T12" fmla="*/ 1281 w 8188"/>
                <a:gd name="T13" fmla="*/ 10061 h 10062"/>
                <a:gd name="T14" fmla="*/ 4093 w 8188"/>
                <a:gd name="T15" fmla="*/ 1625 h 10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88" h="10062">
                  <a:moveTo>
                    <a:pt x="4093" y="1625"/>
                  </a:moveTo>
                  <a:lnTo>
                    <a:pt x="6905" y="10061"/>
                  </a:lnTo>
                  <a:lnTo>
                    <a:pt x="8187" y="10061"/>
                  </a:lnTo>
                  <a:lnTo>
                    <a:pt x="4687" y="0"/>
                  </a:lnTo>
                  <a:lnTo>
                    <a:pt x="3500" y="0"/>
                  </a:lnTo>
                  <a:lnTo>
                    <a:pt x="0" y="10061"/>
                  </a:lnTo>
                  <a:lnTo>
                    <a:pt x="1281" y="10061"/>
                  </a:lnTo>
                  <a:lnTo>
                    <a:pt x="4093" y="162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7" name="Freeform 23">
              <a:extLst>
                <a:ext uri="{FF2B5EF4-FFF2-40B4-BE49-F238E27FC236}">
                  <a16:creationId xmlns:a16="http://schemas.microsoft.com/office/drawing/2014/main" id="{5FFEA170-65FB-2DD0-25FB-2F86DABD2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0638" y="2770188"/>
              <a:ext cx="3295650" cy="1068387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8" name="Freeform 10">
              <a:extLst>
                <a:ext uri="{FF2B5EF4-FFF2-40B4-BE49-F238E27FC236}">
                  <a16:creationId xmlns:a16="http://schemas.microsoft.com/office/drawing/2014/main" id="{68A93BD7-FA98-B089-2499-70FD0DD0C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0545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E27380D-5F72-F308-2618-30DCBB850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6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912754CA-6005-51D8-F6C3-9715A2352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9765" y="5856056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0704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mt Slide Mø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F770596-15D7-B8CC-7B46-3DB51FE85F1C}"/>
              </a:ext>
            </a:extLst>
          </p:cNvPr>
          <p:cNvSpPr/>
          <p:nvPr userDrawn="1"/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5BE4A62B-1B3D-AF24-A27C-9B38052884B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21500" y="5220402"/>
            <a:ext cx="579374" cy="540000"/>
            <a:chOff x="1255713" y="868363"/>
            <a:chExt cx="5884862" cy="5471880"/>
          </a:xfrm>
          <a:solidFill>
            <a:schemeClr val="bg1"/>
          </a:solidFill>
        </p:grpSpPr>
        <p:sp>
          <p:nvSpPr>
            <p:cNvPr id="4" name="Freeform 1">
              <a:extLst>
                <a:ext uri="{FF2B5EF4-FFF2-40B4-BE49-F238E27FC236}">
                  <a16:creationId xmlns:a16="http://schemas.microsoft.com/office/drawing/2014/main" id="{99C0F8C9-C414-4462-F8EC-94CC5D9A8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713" y="482758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44 h 1813"/>
                <a:gd name="T8" fmla="*/ 1094 w 1501"/>
                <a:gd name="T9" fmla="*/ 1344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125 h 1813"/>
                <a:gd name="T20" fmla="*/ 750 w 1501"/>
                <a:gd name="T21" fmla="*/ 281 h 1813"/>
                <a:gd name="T22" fmla="*/ 1031 w 1501"/>
                <a:gd name="T23" fmla="*/ 1125 h 1813"/>
                <a:gd name="T24" fmla="*/ 469 w 1501"/>
                <a:gd name="T25" fmla="*/ 1125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44"/>
                  </a:lnTo>
                  <a:lnTo>
                    <a:pt x="1094" y="1344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125"/>
                  </a:moveTo>
                  <a:lnTo>
                    <a:pt x="750" y="281"/>
                  </a:lnTo>
                  <a:lnTo>
                    <a:pt x="1031" y="1125"/>
                  </a:lnTo>
                  <a:lnTo>
                    <a:pt x="469" y="112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5" name="Freeform 2">
              <a:extLst>
                <a:ext uri="{FF2B5EF4-FFF2-40B4-BE49-F238E27FC236}">
                  <a16:creationId xmlns:a16="http://schemas.microsoft.com/office/drawing/2014/main" id="{E14100F5-3393-6E51-25ED-474020028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500" y="4816475"/>
              <a:ext cx="382588" cy="663575"/>
            </a:xfrm>
            <a:custGeom>
              <a:avLst/>
              <a:gdLst>
                <a:gd name="T0" fmla="*/ 1031 w 1064"/>
                <a:gd name="T1" fmla="*/ 531 h 1844"/>
                <a:gd name="T2" fmla="*/ 750 w 1064"/>
                <a:gd name="T3" fmla="*/ 531 h 1844"/>
                <a:gd name="T4" fmla="*/ 219 w 1064"/>
                <a:gd name="T5" fmla="*/ 1093 h 1844"/>
                <a:gd name="T6" fmla="*/ 219 w 1064"/>
                <a:gd name="T7" fmla="*/ 0 h 1844"/>
                <a:gd name="T8" fmla="*/ 0 w 1064"/>
                <a:gd name="T9" fmla="*/ 0 h 1844"/>
                <a:gd name="T10" fmla="*/ 0 w 1064"/>
                <a:gd name="T11" fmla="*/ 1843 h 1844"/>
                <a:gd name="T12" fmla="*/ 219 w 1064"/>
                <a:gd name="T13" fmla="*/ 1843 h 1844"/>
                <a:gd name="T14" fmla="*/ 219 w 1064"/>
                <a:gd name="T15" fmla="*/ 1187 h 1844"/>
                <a:gd name="T16" fmla="*/ 781 w 1064"/>
                <a:gd name="T17" fmla="*/ 1843 h 1844"/>
                <a:gd name="T18" fmla="*/ 1063 w 1064"/>
                <a:gd name="T19" fmla="*/ 1843 h 1844"/>
                <a:gd name="T20" fmla="*/ 469 w 1064"/>
                <a:gd name="T21" fmla="*/ 1156 h 1844"/>
                <a:gd name="T22" fmla="*/ 1031 w 1064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4" h="1844">
                  <a:moveTo>
                    <a:pt x="1031" y="531"/>
                  </a:moveTo>
                  <a:lnTo>
                    <a:pt x="750" y="531"/>
                  </a:lnTo>
                  <a:lnTo>
                    <a:pt x="219" y="1093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9" y="1843"/>
                  </a:lnTo>
                  <a:lnTo>
                    <a:pt x="219" y="1187"/>
                  </a:lnTo>
                  <a:lnTo>
                    <a:pt x="781" y="1843"/>
                  </a:lnTo>
                  <a:lnTo>
                    <a:pt x="1063" y="1843"/>
                  </a:lnTo>
                  <a:lnTo>
                    <a:pt x="469" y="1156"/>
                  </a:lnTo>
                  <a:lnTo>
                    <a:pt x="1031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2934566A-8731-9666-2EEF-2222FFEBF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200" y="5008563"/>
              <a:ext cx="371475" cy="484187"/>
            </a:xfrm>
            <a:custGeom>
              <a:avLst/>
              <a:gdLst>
                <a:gd name="T0" fmla="*/ 531 w 1032"/>
                <a:gd name="T1" fmla="*/ 0 h 1345"/>
                <a:gd name="T2" fmla="*/ 531 w 1032"/>
                <a:gd name="T3" fmla="*/ 0 h 1345"/>
                <a:gd name="T4" fmla="*/ 62 w 1032"/>
                <a:gd name="T5" fmla="*/ 344 h 1345"/>
                <a:gd name="T6" fmla="*/ 250 w 1032"/>
                <a:gd name="T7" fmla="*/ 406 h 1345"/>
                <a:gd name="T8" fmla="*/ 531 w 1032"/>
                <a:gd name="T9" fmla="*/ 187 h 1345"/>
                <a:gd name="T10" fmla="*/ 812 w 1032"/>
                <a:gd name="T11" fmla="*/ 469 h 1345"/>
                <a:gd name="T12" fmla="*/ 812 w 1032"/>
                <a:gd name="T13" fmla="*/ 500 h 1345"/>
                <a:gd name="T14" fmla="*/ 594 w 1032"/>
                <a:gd name="T15" fmla="*/ 500 h 1345"/>
                <a:gd name="T16" fmla="*/ 0 w 1032"/>
                <a:gd name="T17" fmla="*/ 937 h 1345"/>
                <a:gd name="T18" fmla="*/ 406 w 1032"/>
                <a:gd name="T19" fmla="*/ 1344 h 1345"/>
                <a:gd name="T20" fmla="*/ 812 w 1032"/>
                <a:gd name="T21" fmla="*/ 1125 h 1345"/>
                <a:gd name="T22" fmla="*/ 875 w 1032"/>
                <a:gd name="T23" fmla="*/ 1312 h 1345"/>
                <a:gd name="T24" fmla="*/ 1031 w 1032"/>
                <a:gd name="T25" fmla="*/ 1312 h 1345"/>
                <a:gd name="T26" fmla="*/ 1031 w 1032"/>
                <a:gd name="T27" fmla="*/ 469 h 1345"/>
                <a:gd name="T28" fmla="*/ 531 w 1032"/>
                <a:gd name="T29" fmla="*/ 0 h 1345"/>
                <a:gd name="T30" fmla="*/ 812 w 1032"/>
                <a:gd name="T31" fmla="*/ 750 h 1345"/>
                <a:gd name="T32" fmla="*/ 812 w 1032"/>
                <a:gd name="T33" fmla="*/ 750 h 1345"/>
                <a:gd name="T34" fmla="*/ 719 w 1032"/>
                <a:gd name="T35" fmla="*/ 1062 h 1345"/>
                <a:gd name="T36" fmla="*/ 437 w 1032"/>
                <a:gd name="T37" fmla="*/ 1156 h 1345"/>
                <a:gd name="T38" fmla="*/ 219 w 1032"/>
                <a:gd name="T39" fmla="*/ 937 h 1345"/>
                <a:gd name="T40" fmla="*/ 594 w 1032"/>
                <a:gd name="T41" fmla="*/ 719 h 1345"/>
                <a:gd name="T42" fmla="*/ 812 w 1032"/>
                <a:gd name="T43" fmla="*/ 719 h 1345"/>
                <a:gd name="T44" fmla="*/ 531 w 1032"/>
                <a:gd name="T45" fmla="*/ 0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2" h="1345">
                  <a:moveTo>
                    <a:pt x="531" y="0"/>
                  </a:moveTo>
                  <a:lnTo>
                    <a:pt x="531" y="0"/>
                  </a:lnTo>
                  <a:cubicBezTo>
                    <a:pt x="281" y="0"/>
                    <a:pt x="94" y="125"/>
                    <a:pt x="62" y="344"/>
                  </a:cubicBezTo>
                  <a:cubicBezTo>
                    <a:pt x="250" y="406"/>
                    <a:pt x="250" y="406"/>
                    <a:pt x="250" y="406"/>
                  </a:cubicBezTo>
                  <a:cubicBezTo>
                    <a:pt x="281" y="250"/>
                    <a:pt x="375" y="187"/>
                    <a:pt x="531" y="187"/>
                  </a:cubicBezTo>
                  <a:cubicBezTo>
                    <a:pt x="719" y="187"/>
                    <a:pt x="812" y="281"/>
                    <a:pt x="812" y="469"/>
                  </a:cubicBezTo>
                  <a:cubicBezTo>
                    <a:pt x="812" y="500"/>
                    <a:pt x="812" y="500"/>
                    <a:pt x="812" y="500"/>
                  </a:cubicBezTo>
                  <a:cubicBezTo>
                    <a:pt x="594" y="500"/>
                    <a:pt x="594" y="500"/>
                    <a:pt x="594" y="500"/>
                  </a:cubicBezTo>
                  <a:cubicBezTo>
                    <a:pt x="219" y="500"/>
                    <a:pt x="0" y="656"/>
                    <a:pt x="0" y="937"/>
                  </a:cubicBezTo>
                  <a:cubicBezTo>
                    <a:pt x="0" y="1219"/>
                    <a:pt x="187" y="1344"/>
                    <a:pt x="406" y="1344"/>
                  </a:cubicBezTo>
                  <a:cubicBezTo>
                    <a:pt x="594" y="1344"/>
                    <a:pt x="719" y="1281"/>
                    <a:pt x="812" y="1125"/>
                  </a:cubicBezTo>
                  <a:cubicBezTo>
                    <a:pt x="875" y="1312"/>
                    <a:pt x="875" y="1312"/>
                    <a:pt x="875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69"/>
                    <a:pt x="1031" y="469"/>
                    <a:pt x="1031" y="469"/>
                  </a:cubicBezTo>
                  <a:cubicBezTo>
                    <a:pt x="1031" y="156"/>
                    <a:pt x="844" y="0"/>
                    <a:pt x="531" y="0"/>
                  </a:cubicBezTo>
                  <a:lnTo>
                    <a:pt x="812" y="750"/>
                  </a:lnTo>
                  <a:lnTo>
                    <a:pt x="812" y="750"/>
                  </a:lnTo>
                  <a:cubicBezTo>
                    <a:pt x="812" y="875"/>
                    <a:pt x="781" y="969"/>
                    <a:pt x="719" y="1062"/>
                  </a:cubicBezTo>
                  <a:cubicBezTo>
                    <a:pt x="625" y="1125"/>
                    <a:pt x="531" y="1156"/>
                    <a:pt x="437" y="1156"/>
                  </a:cubicBezTo>
                  <a:cubicBezTo>
                    <a:pt x="312" y="1156"/>
                    <a:pt x="219" y="1062"/>
                    <a:pt x="219" y="937"/>
                  </a:cubicBezTo>
                  <a:cubicBezTo>
                    <a:pt x="219" y="781"/>
                    <a:pt x="344" y="719"/>
                    <a:pt x="594" y="719"/>
                  </a:cubicBezTo>
                  <a:cubicBezTo>
                    <a:pt x="812" y="719"/>
                    <a:pt x="812" y="719"/>
                    <a:pt x="812" y="719"/>
                  </a:cubicBezTo>
                  <a:lnTo>
                    <a:pt x="531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9A28CC85-441A-B502-D281-208A208A7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816475"/>
              <a:ext cx="427037" cy="674688"/>
            </a:xfrm>
            <a:custGeom>
              <a:avLst/>
              <a:gdLst>
                <a:gd name="T0" fmla="*/ 562 w 1188"/>
                <a:gd name="T1" fmla="*/ 1875 h 1876"/>
                <a:gd name="T2" fmla="*/ 562 w 1188"/>
                <a:gd name="T3" fmla="*/ 1875 h 1876"/>
                <a:gd name="T4" fmla="*/ 969 w 1188"/>
                <a:gd name="T5" fmla="*/ 1687 h 1876"/>
                <a:gd name="T6" fmla="*/ 969 w 1188"/>
                <a:gd name="T7" fmla="*/ 1843 h 1876"/>
                <a:gd name="T8" fmla="*/ 1187 w 1188"/>
                <a:gd name="T9" fmla="*/ 1843 h 1876"/>
                <a:gd name="T10" fmla="*/ 1187 w 1188"/>
                <a:gd name="T11" fmla="*/ 0 h 1876"/>
                <a:gd name="T12" fmla="*/ 969 w 1188"/>
                <a:gd name="T13" fmla="*/ 0 h 1876"/>
                <a:gd name="T14" fmla="*/ 969 w 1188"/>
                <a:gd name="T15" fmla="*/ 687 h 1876"/>
                <a:gd name="T16" fmla="*/ 812 w 1188"/>
                <a:gd name="T17" fmla="*/ 562 h 1876"/>
                <a:gd name="T18" fmla="*/ 562 w 1188"/>
                <a:gd name="T19" fmla="*/ 531 h 1876"/>
                <a:gd name="T20" fmla="*/ 0 w 1188"/>
                <a:gd name="T21" fmla="*/ 1187 h 1876"/>
                <a:gd name="T22" fmla="*/ 562 w 1188"/>
                <a:gd name="T23" fmla="*/ 1875 h 1876"/>
                <a:gd name="T24" fmla="*/ 594 w 1188"/>
                <a:gd name="T25" fmla="*/ 718 h 1876"/>
                <a:gd name="T26" fmla="*/ 594 w 1188"/>
                <a:gd name="T27" fmla="*/ 718 h 1876"/>
                <a:gd name="T28" fmla="*/ 969 w 1188"/>
                <a:gd name="T29" fmla="*/ 1187 h 1876"/>
                <a:gd name="T30" fmla="*/ 594 w 1188"/>
                <a:gd name="T31" fmla="*/ 1687 h 1876"/>
                <a:gd name="T32" fmla="*/ 219 w 1188"/>
                <a:gd name="T33" fmla="*/ 1187 h 1876"/>
                <a:gd name="T34" fmla="*/ 594 w 1188"/>
                <a:gd name="T35" fmla="*/ 718 h 1876"/>
                <a:gd name="T36" fmla="*/ 562 w 1188"/>
                <a:gd name="T37" fmla="*/ 1875 h 1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88" h="1876">
                  <a:moveTo>
                    <a:pt x="562" y="1875"/>
                  </a:moveTo>
                  <a:lnTo>
                    <a:pt x="562" y="1875"/>
                  </a:lnTo>
                  <a:cubicBezTo>
                    <a:pt x="719" y="1875"/>
                    <a:pt x="906" y="1781"/>
                    <a:pt x="969" y="1687"/>
                  </a:cubicBezTo>
                  <a:cubicBezTo>
                    <a:pt x="969" y="1843"/>
                    <a:pt x="969" y="1843"/>
                    <a:pt x="969" y="1843"/>
                  </a:cubicBezTo>
                  <a:cubicBezTo>
                    <a:pt x="1187" y="1843"/>
                    <a:pt x="1187" y="1843"/>
                    <a:pt x="1187" y="1843"/>
                  </a:cubicBezTo>
                  <a:cubicBezTo>
                    <a:pt x="1187" y="0"/>
                    <a:pt x="1187" y="0"/>
                    <a:pt x="1187" y="0"/>
                  </a:cubicBezTo>
                  <a:cubicBezTo>
                    <a:pt x="969" y="0"/>
                    <a:pt x="969" y="0"/>
                    <a:pt x="969" y="0"/>
                  </a:cubicBezTo>
                  <a:cubicBezTo>
                    <a:pt x="969" y="687"/>
                    <a:pt x="969" y="687"/>
                    <a:pt x="969" y="687"/>
                  </a:cubicBezTo>
                  <a:cubicBezTo>
                    <a:pt x="937" y="656"/>
                    <a:pt x="875" y="625"/>
                    <a:pt x="812" y="562"/>
                  </a:cubicBezTo>
                  <a:cubicBezTo>
                    <a:pt x="719" y="531"/>
                    <a:pt x="656" y="531"/>
                    <a:pt x="562" y="531"/>
                  </a:cubicBezTo>
                  <a:cubicBezTo>
                    <a:pt x="187" y="531"/>
                    <a:pt x="0" y="781"/>
                    <a:pt x="0" y="1187"/>
                  </a:cubicBezTo>
                  <a:cubicBezTo>
                    <a:pt x="0" y="1593"/>
                    <a:pt x="187" y="1875"/>
                    <a:pt x="562" y="1875"/>
                  </a:cubicBezTo>
                  <a:lnTo>
                    <a:pt x="594" y="718"/>
                  </a:lnTo>
                  <a:lnTo>
                    <a:pt x="594" y="718"/>
                  </a:lnTo>
                  <a:cubicBezTo>
                    <a:pt x="844" y="718"/>
                    <a:pt x="969" y="906"/>
                    <a:pt x="969" y="1187"/>
                  </a:cubicBezTo>
                  <a:cubicBezTo>
                    <a:pt x="969" y="1468"/>
                    <a:pt x="844" y="1687"/>
                    <a:pt x="594" y="1687"/>
                  </a:cubicBezTo>
                  <a:cubicBezTo>
                    <a:pt x="375" y="1687"/>
                    <a:pt x="219" y="1468"/>
                    <a:pt x="219" y="1187"/>
                  </a:cubicBezTo>
                  <a:cubicBezTo>
                    <a:pt x="219" y="906"/>
                    <a:pt x="375" y="718"/>
                    <a:pt x="594" y="718"/>
                  </a:cubicBezTo>
                  <a:lnTo>
                    <a:pt x="562" y="187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51CADA04-CE99-9F02-BAB2-8055B0A4C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5008563"/>
              <a:ext cx="641350" cy="473075"/>
            </a:xfrm>
            <a:custGeom>
              <a:avLst/>
              <a:gdLst>
                <a:gd name="T0" fmla="*/ 1780 w 1781"/>
                <a:gd name="T1" fmla="*/ 1312 h 1313"/>
                <a:gd name="T2" fmla="*/ 1780 w 1781"/>
                <a:gd name="T3" fmla="*/ 1312 h 1313"/>
                <a:gd name="T4" fmla="*/ 1780 w 1781"/>
                <a:gd name="T5" fmla="*/ 406 h 1313"/>
                <a:gd name="T6" fmla="*/ 1405 w 1781"/>
                <a:gd name="T7" fmla="*/ 0 h 1313"/>
                <a:gd name="T8" fmla="*/ 968 w 1781"/>
                <a:gd name="T9" fmla="*/ 250 h 1313"/>
                <a:gd name="T10" fmla="*/ 625 w 1781"/>
                <a:gd name="T11" fmla="*/ 0 h 1313"/>
                <a:gd name="T12" fmla="*/ 218 w 1781"/>
                <a:gd name="T13" fmla="*/ 250 h 1313"/>
                <a:gd name="T14" fmla="*/ 218 w 1781"/>
                <a:gd name="T15" fmla="*/ 0 h 1313"/>
                <a:gd name="T16" fmla="*/ 0 w 1781"/>
                <a:gd name="T17" fmla="*/ 0 h 1313"/>
                <a:gd name="T18" fmla="*/ 0 w 1781"/>
                <a:gd name="T19" fmla="*/ 1312 h 1313"/>
                <a:gd name="T20" fmla="*/ 218 w 1781"/>
                <a:gd name="T21" fmla="*/ 1312 h 1313"/>
                <a:gd name="T22" fmla="*/ 218 w 1781"/>
                <a:gd name="T23" fmla="*/ 781 h 1313"/>
                <a:gd name="T24" fmla="*/ 562 w 1781"/>
                <a:gd name="T25" fmla="*/ 187 h 1313"/>
                <a:gd name="T26" fmla="*/ 781 w 1781"/>
                <a:gd name="T27" fmla="*/ 437 h 1313"/>
                <a:gd name="T28" fmla="*/ 781 w 1781"/>
                <a:gd name="T29" fmla="*/ 1312 h 1313"/>
                <a:gd name="T30" fmla="*/ 1000 w 1781"/>
                <a:gd name="T31" fmla="*/ 1312 h 1313"/>
                <a:gd name="T32" fmla="*/ 1000 w 1781"/>
                <a:gd name="T33" fmla="*/ 781 h 1313"/>
                <a:gd name="T34" fmla="*/ 1343 w 1781"/>
                <a:gd name="T35" fmla="*/ 187 h 1313"/>
                <a:gd name="T36" fmla="*/ 1561 w 1781"/>
                <a:gd name="T37" fmla="*/ 437 h 1313"/>
                <a:gd name="T38" fmla="*/ 1561 w 1781"/>
                <a:gd name="T39" fmla="*/ 1312 h 1313"/>
                <a:gd name="T40" fmla="*/ 1780 w 1781"/>
                <a:gd name="T41" fmla="*/ 1312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81" h="1313">
                  <a:moveTo>
                    <a:pt x="1780" y="1312"/>
                  </a:moveTo>
                  <a:lnTo>
                    <a:pt x="1780" y="1312"/>
                  </a:lnTo>
                  <a:cubicBezTo>
                    <a:pt x="1780" y="406"/>
                    <a:pt x="1780" y="406"/>
                    <a:pt x="1780" y="406"/>
                  </a:cubicBezTo>
                  <a:cubicBezTo>
                    <a:pt x="1780" y="125"/>
                    <a:pt x="1655" y="0"/>
                    <a:pt x="1405" y="0"/>
                  </a:cubicBezTo>
                  <a:cubicBezTo>
                    <a:pt x="1218" y="0"/>
                    <a:pt x="1062" y="94"/>
                    <a:pt x="968" y="250"/>
                  </a:cubicBezTo>
                  <a:cubicBezTo>
                    <a:pt x="937" y="94"/>
                    <a:pt x="812" y="0"/>
                    <a:pt x="625" y="0"/>
                  </a:cubicBezTo>
                  <a:cubicBezTo>
                    <a:pt x="437" y="0"/>
                    <a:pt x="312" y="62"/>
                    <a:pt x="218" y="25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8" y="1312"/>
                    <a:pt x="218" y="1312"/>
                    <a:pt x="218" y="1312"/>
                  </a:cubicBezTo>
                  <a:cubicBezTo>
                    <a:pt x="218" y="781"/>
                    <a:pt x="218" y="781"/>
                    <a:pt x="218" y="781"/>
                  </a:cubicBezTo>
                  <a:cubicBezTo>
                    <a:pt x="218" y="406"/>
                    <a:pt x="375" y="187"/>
                    <a:pt x="562" y="187"/>
                  </a:cubicBezTo>
                  <a:cubicBezTo>
                    <a:pt x="718" y="187"/>
                    <a:pt x="781" y="281"/>
                    <a:pt x="781" y="437"/>
                  </a:cubicBezTo>
                  <a:cubicBezTo>
                    <a:pt x="781" y="1312"/>
                    <a:pt x="781" y="1312"/>
                    <a:pt x="781" y="1312"/>
                  </a:cubicBezTo>
                  <a:cubicBezTo>
                    <a:pt x="1000" y="1312"/>
                    <a:pt x="1000" y="1312"/>
                    <a:pt x="1000" y="1312"/>
                  </a:cubicBezTo>
                  <a:cubicBezTo>
                    <a:pt x="1000" y="781"/>
                    <a:pt x="1000" y="781"/>
                    <a:pt x="1000" y="781"/>
                  </a:cubicBezTo>
                  <a:cubicBezTo>
                    <a:pt x="1000" y="406"/>
                    <a:pt x="1156" y="187"/>
                    <a:pt x="1343" y="187"/>
                  </a:cubicBezTo>
                  <a:cubicBezTo>
                    <a:pt x="1499" y="187"/>
                    <a:pt x="1561" y="281"/>
                    <a:pt x="1561" y="437"/>
                  </a:cubicBezTo>
                  <a:cubicBezTo>
                    <a:pt x="1561" y="1312"/>
                    <a:pt x="1561" y="1312"/>
                    <a:pt x="1561" y="1312"/>
                  </a:cubicBezTo>
                  <a:lnTo>
                    <a:pt x="1780" y="131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F2B8F2D-F205-23EB-B44B-5FEB80954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5008563"/>
              <a:ext cx="79375" cy="473075"/>
            </a:xfrm>
            <a:custGeom>
              <a:avLst/>
              <a:gdLst>
                <a:gd name="T0" fmla="*/ 219 w 220"/>
                <a:gd name="T1" fmla="*/ 0 h 1313"/>
                <a:gd name="T2" fmla="*/ 0 w 220"/>
                <a:gd name="T3" fmla="*/ 0 h 1313"/>
                <a:gd name="T4" fmla="*/ 0 w 220"/>
                <a:gd name="T5" fmla="*/ 1312 h 1313"/>
                <a:gd name="T6" fmla="*/ 219 w 220"/>
                <a:gd name="T7" fmla="*/ 1312 h 1313"/>
                <a:gd name="T8" fmla="*/ 219 w 220"/>
                <a:gd name="T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313">
                  <a:moveTo>
                    <a:pt x="219" y="0"/>
                  </a:moveTo>
                  <a:lnTo>
                    <a:pt x="0" y="0"/>
                  </a:lnTo>
                  <a:lnTo>
                    <a:pt x="0" y="1312"/>
                  </a:lnTo>
                  <a:lnTo>
                    <a:pt x="219" y="1312"/>
                  </a:lnTo>
                  <a:lnTo>
                    <a:pt x="21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80F1922-335E-DA35-FBCA-EC380D3EE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238" y="4816475"/>
              <a:ext cx="123825" cy="123825"/>
            </a:xfrm>
            <a:custGeom>
              <a:avLst/>
              <a:gdLst>
                <a:gd name="T0" fmla="*/ 344 w 345"/>
                <a:gd name="T1" fmla="*/ 187 h 344"/>
                <a:gd name="T2" fmla="*/ 344 w 345"/>
                <a:gd name="T3" fmla="*/ 187 h 344"/>
                <a:gd name="T4" fmla="*/ 156 w 345"/>
                <a:gd name="T5" fmla="*/ 0 h 344"/>
                <a:gd name="T6" fmla="*/ 0 w 345"/>
                <a:gd name="T7" fmla="*/ 187 h 344"/>
                <a:gd name="T8" fmla="*/ 156 w 345"/>
                <a:gd name="T9" fmla="*/ 343 h 344"/>
                <a:gd name="T10" fmla="*/ 344 w 345"/>
                <a:gd name="T11" fmla="*/ 187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5" h="344">
                  <a:moveTo>
                    <a:pt x="344" y="187"/>
                  </a:moveTo>
                  <a:lnTo>
                    <a:pt x="344" y="187"/>
                  </a:lnTo>
                  <a:cubicBezTo>
                    <a:pt x="344" y="93"/>
                    <a:pt x="250" y="0"/>
                    <a:pt x="156" y="0"/>
                  </a:cubicBezTo>
                  <a:cubicBezTo>
                    <a:pt x="62" y="0"/>
                    <a:pt x="0" y="93"/>
                    <a:pt x="0" y="187"/>
                  </a:cubicBezTo>
                  <a:cubicBezTo>
                    <a:pt x="0" y="281"/>
                    <a:pt x="62" y="343"/>
                    <a:pt x="156" y="343"/>
                  </a:cubicBezTo>
                  <a:cubicBezTo>
                    <a:pt x="250" y="343"/>
                    <a:pt x="344" y="281"/>
                    <a:pt x="344" y="18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12870DE7-A15F-2F23-79AA-B22FFA14A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816475"/>
              <a:ext cx="382587" cy="663575"/>
            </a:xfrm>
            <a:custGeom>
              <a:avLst/>
              <a:gdLst>
                <a:gd name="T0" fmla="*/ 750 w 1063"/>
                <a:gd name="T1" fmla="*/ 531 h 1844"/>
                <a:gd name="T2" fmla="*/ 218 w 1063"/>
                <a:gd name="T3" fmla="*/ 1093 h 1844"/>
                <a:gd name="T4" fmla="*/ 218 w 1063"/>
                <a:gd name="T5" fmla="*/ 0 h 1844"/>
                <a:gd name="T6" fmla="*/ 0 w 1063"/>
                <a:gd name="T7" fmla="*/ 0 h 1844"/>
                <a:gd name="T8" fmla="*/ 0 w 1063"/>
                <a:gd name="T9" fmla="*/ 1843 h 1844"/>
                <a:gd name="T10" fmla="*/ 218 w 1063"/>
                <a:gd name="T11" fmla="*/ 1843 h 1844"/>
                <a:gd name="T12" fmla="*/ 218 w 1063"/>
                <a:gd name="T13" fmla="*/ 1187 h 1844"/>
                <a:gd name="T14" fmla="*/ 781 w 1063"/>
                <a:gd name="T15" fmla="*/ 1843 h 1844"/>
                <a:gd name="T16" fmla="*/ 1062 w 1063"/>
                <a:gd name="T17" fmla="*/ 1843 h 1844"/>
                <a:gd name="T18" fmla="*/ 468 w 1063"/>
                <a:gd name="T19" fmla="*/ 1156 h 1844"/>
                <a:gd name="T20" fmla="*/ 1031 w 1063"/>
                <a:gd name="T21" fmla="*/ 531 h 1844"/>
                <a:gd name="T22" fmla="*/ 750 w 1063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4">
                  <a:moveTo>
                    <a:pt x="750" y="531"/>
                  </a:moveTo>
                  <a:lnTo>
                    <a:pt x="218" y="1093"/>
                  </a:lnTo>
                  <a:lnTo>
                    <a:pt x="218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8" y="1843"/>
                  </a:lnTo>
                  <a:lnTo>
                    <a:pt x="218" y="1187"/>
                  </a:lnTo>
                  <a:lnTo>
                    <a:pt x="781" y="1843"/>
                  </a:lnTo>
                  <a:lnTo>
                    <a:pt x="1062" y="1843"/>
                  </a:lnTo>
                  <a:lnTo>
                    <a:pt x="468" y="1156"/>
                  </a:lnTo>
                  <a:lnTo>
                    <a:pt x="1031" y="531"/>
                  </a:lnTo>
                  <a:lnTo>
                    <a:pt x="750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7CD0BADA-5EBC-ACC3-D017-9DA2A1356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4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44F83A6-EDF5-B38C-CFAA-0EA048BD3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963" y="5008563"/>
              <a:ext cx="282575" cy="473075"/>
            </a:xfrm>
            <a:custGeom>
              <a:avLst/>
              <a:gdLst>
                <a:gd name="T0" fmla="*/ 219 w 783"/>
                <a:gd name="T1" fmla="*/ 219 h 1313"/>
                <a:gd name="T2" fmla="*/ 219 w 783"/>
                <a:gd name="T3" fmla="*/ 219 h 1313"/>
                <a:gd name="T4" fmla="*/ 219 w 783"/>
                <a:gd name="T5" fmla="*/ 0 h 1313"/>
                <a:gd name="T6" fmla="*/ 0 w 783"/>
                <a:gd name="T7" fmla="*/ 0 h 1313"/>
                <a:gd name="T8" fmla="*/ 0 w 783"/>
                <a:gd name="T9" fmla="*/ 1312 h 1313"/>
                <a:gd name="T10" fmla="*/ 219 w 783"/>
                <a:gd name="T11" fmla="*/ 1312 h 1313"/>
                <a:gd name="T12" fmla="*/ 219 w 783"/>
                <a:gd name="T13" fmla="*/ 812 h 1313"/>
                <a:gd name="T14" fmla="*/ 313 w 783"/>
                <a:gd name="T15" fmla="*/ 344 h 1313"/>
                <a:gd name="T16" fmla="*/ 594 w 783"/>
                <a:gd name="T17" fmla="*/ 187 h 1313"/>
                <a:gd name="T18" fmla="*/ 719 w 783"/>
                <a:gd name="T19" fmla="*/ 219 h 1313"/>
                <a:gd name="T20" fmla="*/ 782 w 783"/>
                <a:gd name="T21" fmla="*/ 31 h 1313"/>
                <a:gd name="T22" fmla="*/ 594 w 783"/>
                <a:gd name="T23" fmla="*/ 0 h 1313"/>
                <a:gd name="T24" fmla="*/ 219 w 783"/>
                <a:gd name="T25" fmla="*/ 219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1313">
                  <a:moveTo>
                    <a:pt x="219" y="219"/>
                  </a:moveTo>
                  <a:lnTo>
                    <a:pt x="219" y="219"/>
                  </a:ln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812"/>
                    <a:pt x="219" y="812"/>
                    <a:pt x="219" y="812"/>
                  </a:cubicBezTo>
                  <a:cubicBezTo>
                    <a:pt x="219" y="625"/>
                    <a:pt x="250" y="469"/>
                    <a:pt x="313" y="344"/>
                  </a:cubicBezTo>
                  <a:cubicBezTo>
                    <a:pt x="407" y="250"/>
                    <a:pt x="469" y="187"/>
                    <a:pt x="594" y="187"/>
                  </a:cubicBezTo>
                  <a:cubicBezTo>
                    <a:pt x="625" y="187"/>
                    <a:pt x="688" y="187"/>
                    <a:pt x="719" y="219"/>
                  </a:cubicBezTo>
                  <a:cubicBezTo>
                    <a:pt x="782" y="31"/>
                    <a:pt x="782" y="31"/>
                    <a:pt x="782" y="31"/>
                  </a:cubicBezTo>
                  <a:cubicBezTo>
                    <a:pt x="719" y="0"/>
                    <a:pt x="657" y="0"/>
                    <a:pt x="594" y="0"/>
                  </a:cubicBezTo>
                  <a:cubicBezTo>
                    <a:pt x="438" y="0"/>
                    <a:pt x="282" y="94"/>
                    <a:pt x="219" y="21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99888C31-F4EB-E849-A0A5-4261F4AC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100" y="5008563"/>
              <a:ext cx="371475" cy="473075"/>
            </a:xfrm>
            <a:custGeom>
              <a:avLst/>
              <a:gdLst>
                <a:gd name="T0" fmla="*/ 656 w 1032"/>
                <a:gd name="T1" fmla="*/ 0 h 1313"/>
                <a:gd name="T2" fmla="*/ 656 w 1032"/>
                <a:gd name="T3" fmla="*/ 0 h 1313"/>
                <a:gd name="T4" fmla="*/ 219 w 1032"/>
                <a:gd name="T5" fmla="*/ 250 h 1313"/>
                <a:gd name="T6" fmla="*/ 219 w 1032"/>
                <a:gd name="T7" fmla="*/ 0 h 1313"/>
                <a:gd name="T8" fmla="*/ 0 w 1032"/>
                <a:gd name="T9" fmla="*/ 0 h 1313"/>
                <a:gd name="T10" fmla="*/ 0 w 1032"/>
                <a:gd name="T11" fmla="*/ 1312 h 1313"/>
                <a:gd name="T12" fmla="*/ 219 w 1032"/>
                <a:gd name="T13" fmla="*/ 1312 h 1313"/>
                <a:gd name="T14" fmla="*/ 219 w 1032"/>
                <a:gd name="T15" fmla="*/ 781 h 1313"/>
                <a:gd name="T16" fmla="*/ 312 w 1032"/>
                <a:gd name="T17" fmla="*/ 344 h 1313"/>
                <a:gd name="T18" fmla="*/ 594 w 1032"/>
                <a:gd name="T19" fmla="*/ 187 h 1313"/>
                <a:gd name="T20" fmla="*/ 812 w 1032"/>
                <a:gd name="T21" fmla="*/ 469 h 1313"/>
                <a:gd name="T22" fmla="*/ 812 w 1032"/>
                <a:gd name="T23" fmla="*/ 1312 h 1313"/>
                <a:gd name="T24" fmla="*/ 1031 w 1032"/>
                <a:gd name="T25" fmla="*/ 1312 h 1313"/>
                <a:gd name="T26" fmla="*/ 1031 w 1032"/>
                <a:gd name="T27" fmla="*/ 406 h 1313"/>
                <a:gd name="T28" fmla="*/ 656 w 1032"/>
                <a:gd name="T2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2" h="1313">
                  <a:moveTo>
                    <a:pt x="656" y="0"/>
                  </a:moveTo>
                  <a:lnTo>
                    <a:pt x="656" y="0"/>
                  </a:lnTo>
                  <a:cubicBezTo>
                    <a:pt x="469" y="0"/>
                    <a:pt x="312" y="62"/>
                    <a:pt x="219" y="25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781"/>
                    <a:pt x="219" y="781"/>
                    <a:pt x="219" y="781"/>
                  </a:cubicBezTo>
                  <a:cubicBezTo>
                    <a:pt x="219" y="594"/>
                    <a:pt x="250" y="469"/>
                    <a:pt x="312" y="344"/>
                  </a:cubicBezTo>
                  <a:cubicBezTo>
                    <a:pt x="406" y="250"/>
                    <a:pt x="500" y="187"/>
                    <a:pt x="594" y="187"/>
                  </a:cubicBezTo>
                  <a:cubicBezTo>
                    <a:pt x="750" y="187"/>
                    <a:pt x="812" y="281"/>
                    <a:pt x="812" y="469"/>
                  </a:cubicBezTo>
                  <a:cubicBezTo>
                    <a:pt x="812" y="1312"/>
                    <a:pt x="812" y="1312"/>
                    <a:pt x="812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06"/>
                    <a:pt x="1031" y="406"/>
                    <a:pt x="1031" y="406"/>
                  </a:cubicBezTo>
                  <a:cubicBezTo>
                    <a:pt x="1031" y="125"/>
                    <a:pt x="875" y="0"/>
                    <a:pt x="65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2E6EF9A-FBE8-0819-0CA4-829863280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5008563"/>
              <a:ext cx="338137" cy="484187"/>
            </a:xfrm>
            <a:custGeom>
              <a:avLst/>
              <a:gdLst>
                <a:gd name="T0" fmla="*/ 313 w 939"/>
                <a:gd name="T1" fmla="*/ 344 h 1345"/>
                <a:gd name="T2" fmla="*/ 313 w 939"/>
                <a:gd name="T3" fmla="*/ 344 h 1345"/>
                <a:gd name="T4" fmla="*/ 500 w 939"/>
                <a:gd name="T5" fmla="*/ 187 h 1345"/>
                <a:gd name="T6" fmla="*/ 719 w 939"/>
                <a:gd name="T7" fmla="*/ 312 h 1345"/>
                <a:gd name="T8" fmla="*/ 875 w 939"/>
                <a:gd name="T9" fmla="*/ 187 h 1345"/>
                <a:gd name="T10" fmla="*/ 500 w 939"/>
                <a:gd name="T11" fmla="*/ 0 h 1345"/>
                <a:gd name="T12" fmla="*/ 94 w 939"/>
                <a:gd name="T13" fmla="*/ 344 h 1345"/>
                <a:gd name="T14" fmla="*/ 500 w 939"/>
                <a:gd name="T15" fmla="*/ 750 h 1345"/>
                <a:gd name="T16" fmla="*/ 719 w 939"/>
                <a:gd name="T17" fmla="*/ 937 h 1345"/>
                <a:gd name="T18" fmla="*/ 500 w 939"/>
                <a:gd name="T19" fmla="*/ 1156 h 1345"/>
                <a:gd name="T20" fmla="*/ 188 w 939"/>
                <a:gd name="T21" fmla="*/ 875 h 1345"/>
                <a:gd name="T22" fmla="*/ 0 w 939"/>
                <a:gd name="T23" fmla="*/ 1000 h 1345"/>
                <a:gd name="T24" fmla="*/ 500 w 939"/>
                <a:gd name="T25" fmla="*/ 1344 h 1345"/>
                <a:gd name="T26" fmla="*/ 938 w 939"/>
                <a:gd name="T27" fmla="*/ 937 h 1345"/>
                <a:gd name="T28" fmla="*/ 313 w 939"/>
                <a:gd name="T29" fmla="*/ 344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45">
                  <a:moveTo>
                    <a:pt x="313" y="344"/>
                  </a:moveTo>
                  <a:lnTo>
                    <a:pt x="313" y="344"/>
                  </a:lnTo>
                  <a:cubicBezTo>
                    <a:pt x="313" y="250"/>
                    <a:pt x="407" y="187"/>
                    <a:pt x="500" y="187"/>
                  </a:cubicBezTo>
                  <a:cubicBezTo>
                    <a:pt x="563" y="187"/>
                    <a:pt x="657" y="219"/>
                    <a:pt x="719" y="312"/>
                  </a:cubicBezTo>
                  <a:cubicBezTo>
                    <a:pt x="875" y="187"/>
                    <a:pt x="875" y="187"/>
                    <a:pt x="875" y="187"/>
                  </a:cubicBezTo>
                  <a:cubicBezTo>
                    <a:pt x="782" y="62"/>
                    <a:pt x="657" y="0"/>
                    <a:pt x="500" y="0"/>
                  </a:cubicBezTo>
                  <a:cubicBezTo>
                    <a:pt x="250" y="0"/>
                    <a:pt x="94" y="156"/>
                    <a:pt x="94" y="344"/>
                  </a:cubicBezTo>
                  <a:cubicBezTo>
                    <a:pt x="94" y="594"/>
                    <a:pt x="313" y="687"/>
                    <a:pt x="500" y="750"/>
                  </a:cubicBezTo>
                  <a:cubicBezTo>
                    <a:pt x="625" y="781"/>
                    <a:pt x="719" y="844"/>
                    <a:pt x="719" y="937"/>
                  </a:cubicBezTo>
                  <a:cubicBezTo>
                    <a:pt x="719" y="1062"/>
                    <a:pt x="657" y="1156"/>
                    <a:pt x="500" y="1156"/>
                  </a:cubicBezTo>
                  <a:cubicBezTo>
                    <a:pt x="375" y="1156"/>
                    <a:pt x="282" y="1062"/>
                    <a:pt x="188" y="875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4" y="1187"/>
                    <a:pt x="250" y="1344"/>
                    <a:pt x="500" y="1344"/>
                  </a:cubicBezTo>
                  <a:cubicBezTo>
                    <a:pt x="782" y="1344"/>
                    <a:pt x="938" y="1187"/>
                    <a:pt x="938" y="937"/>
                  </a:cubicBezTo>
                  <a:cubicBezTo>
                    <a:pt x="938" y="531"/>
                    <a:pt x="313" y="594"/>
                    <a:pt x="313" y="34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096386A-B999-47F6-3244-232C696CC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500" y="567213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12 h 1813"/>
                <a:gd name="T8" fmla="*/ 1094 w 1501"/>
                <a:gd name="T9" fmla="*/ 1312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093 h 1813"/>
                <a:gd name="T20" fmla="*/ 750 w 1501"/>
                <a:gd name="T21" fmla="*/ 281 h 1813"/>
                <a:gd name="T22" fmla="*/ 1031 w 1501"/>
                <a:gd name="T23" fmla="*/ 1093 h 1813"/>
                <a:gd name="T24" fmla="*/ 469 w 1501"/>
                <a:gd name="T25" fmla="*/ 1093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12"/>
                  </a:lnTo>
                  <a:lnTo>
                    <a:pt x="1094" y="1312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093"/>
                  </a:moveTo>
                  <a:lnTo>
                    <a:pt x="750" y="281"/>
                  </a:lnTo>
                  <a:lnTo>
                    <a:pt x="1031" y="1093"/>
                  </a:lnTo>
                  <a:lnTo>
                    <a:pt x="469" y="1093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CBE60B6-59F6-11E0-89B0-7FF70FDDC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250" y="5986463"/>
              <a:ext cx="315913" cy="79375"/>
            </a:xfrm>
            <a:custGeom>
              <a:avLst/>
              <a:gdLst>
                <a:gd name="T0" fmla="*/ 0 w 876"/>
                <a:gd name="T1" fmla="*/ 218 h 219"/>
                <a:gd name="T2" fmla="*/ 875 w 876"/>
                <a:gd name="T3" fmla="*/ 218 h 219"/>
                <a:gd name="T4" fmla="*/ 875 w 876"/>
                <a:gd name="T5" fmla="*/ 0 h 219"/>
                <a:gd name="T6" fmla="*/ 0 w 876"/>
                <a:gd name="T7" fmla="*/ 0 h 219"/>
                <a:gd name="T8" fmla="*/ 0 w 876"/>
                <a:gd name="T9" fmla="*/ 218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6" h="219">
                  <a:moveTo>
                    <a:pt x="0" y="218"/>
                  </a:moveTo>
                  <a:lnTo>
                    <a:pt x="875" y="218"/>
                  </a:lnTo>
                  <a:lnTo>
                    <a:pt x="875" y="0"/>
                  </a:lnTo>
                  <a:lnTo>
                    <a:pt x="0" y="0"/>
                  </a:lnTo>
                  <a:lnTo>
                    <a:pt x="0" y="21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AFC3994-0CC0-520A-9F35-B5C93AFEC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3" y="5661025"/>
              <a:ext cx="382587" cy="663575"/>
            </a:xfrm>
            <a:custGeom>
              <a:avLst/>
              <a:gdLst>
                <a:gd name="T0" fmla="*/ 1000 w 1063"/>
                <a:gd name="T1" fmla="*/ 532 h 1845"/>
                <a:gd name="T2" fmla="*/ 719 w 1063"/>
                <a:gd name="T3" fmla="*/ 532 h 1845"/>
                <a:gd name="T4" fmla="*/ 219 w 1063"/>
                <a:gd name="T5" fmla="*/ 1094 h 1845"/>
                <a:gd name="T6" fmla="*/ 219 w 1063"/>
                <a:gd name="T7" fmla="*/ 0 h 1845"/>
                <a:gd name="T8" fmla="*/ 0 w 1063"/>
                <a:gd name="T9" fmla="*/ 0 h 1845"/>
                <a:gd name="T10" fmla="*/ 0 w 1063"/>
                <a:gd name="T11" fmla="*/ 1844 h 1845"/>
                <a:gd name="T12" fmla="*/ 219 w 1063"/>
                <a:gd name="T13" fmla="*/ 1844 h 1845"/>
                <a:gd name="T14" fmla="*/ 219 w 1063"/>
                <a:gd name="T15" fmla="*/ 1188 h 1845"/>
                <a:gd name="T16" fmla="*/ 781 w 1063"/>
                <a:gd name="T17" fmla="*/ 1844 h 1845"/>
                <a:gd name="T18" fmla="*/ 1062 w 1063"/>
                <a:gd name="T19" fmla="*/ 1844 h 1845"/>
                <a:gd name="T20" fmla="*/ 437 w 1063"/>
                <a:gd name="T21" fmla="*/ 1125 h 1845"/>
                <a:gd name="T22" fmla="*/ 1000 w 1063"/>
                <a:gd name="T23" fmla="*/ 532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5">
                  <a:moveTo>
                    <a:pt x="1000" y="532"/>
                  </a:moveTo>
                  <a:lnTo>
                    <a:pt x="719" y="532"/>
                  </a:lnTo>
                  <a:lnTo>
                    <a:pt x="219" y="1094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4"/>
                  </a:lnTo>
                  <a:lnTo>
                    <a:pt x="219" y="1844"/>
                  </a:lnTo>
                  <a:lnTo>
                    <a:pt x="219" y="1188"/>
                  </a:lnTo>
                  <a:lnTo>
                    <a:pt x="781" y="1844"/>
                  </a:lnTo>
                  <a:lnTo>
                    <a:pt x="1062" y="1844"/>
                  </a:lnTo>
                  <a:lnTo>
                    <a:pt x="437" y="1125"/>
                  </a:lnTo>
                  <a:lnTo>
                    <a:pt x="1000" y="53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8C0747A-647F-1848-780D-533615295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5840413"/>
              <a:ext cx="371475" cy="495300"/>
            </a:xfrm>
            <a:custGeom>
              <a:avLst/>
              <a:gdLst>
                <a:gd name="T0" fmla="*/ 499 w 1031"/>
                <a:gd name="T1" fmla="*/ 0 h 1376"/>
                <a:gd name="T2" fmla="*/ 499 w 1031"/>
                <a:gd name="T3" fmla="*/ 0 h 1376"/>
                <a:gd name="T4" fmla="*/ 31 w 1031"/>
                <a:gd name="T5" fmla="*/ 375 h 1376"/>
                <a:gd name="T6" fmla="*/ 250 w 1031"/>
                <a:gd name="T7" fmla="*/ 407 h 1376"/>
                <a:gd name="T8" fmla="*/ 499 w 1031"/>
                <a:gd name="T9" fmla="*/ 219 h 1376"/>
                <a:gd name="T10" fmla="*/ 811 w 1031"/>
                <a:gd name="T11" fmla="*/ 469 h 1376"/>
                <a:gd name="T12" fmla="*/ 811 w 1031"/>
                <a:gd name="T13" fmla="*/ 532 h 1376"/>
                <a:gd name="T14" fmla="*/ 592 w 1031"/>
                <a:gd name="T15" fmla="*/ 532 h 1376"/>
                <a:gd name="T16" fmla="*/ 0 w 1031"/>
                <a:gd name="T17" fmla="*/ 969 h 1376"/>
                <a:gd name="T18" fmla="*/ 405 w 1031"/>
                <a:gd name="T19" fmla="*/ 1375 h 1376"/>
                <a:gd name="T20" fmla="*/ 811 w 1031"/>
                <a:gd name="T21" fmla="*/ 1157 h 1376"/>
                <a:gd name="T22" fmla="*/ 842 w 1031"/>
                <a:gd name="T23" fmla="*/ 1344 h 1376"/>
                <a:gd name="T24" fmla="*/ 1030 w 1031"/>
                <a:gd name="T25" fmla="*/ 1344 h 1376"/>
                <a:gd name="T26" fmla="*/ 1030 w 1031"/>
                <a:gd name="T27" fmla="*/ 500 h 1376"/>
                <a:gd name="T28" fmla="*/ 499 w 1031"/>
                <a:gd name="T29" fmla="*/ 0 h 1376"/>
                <a:gd name="T30" fmla="*/ 811 w 1031"/>
                <a:gd name="T31" fmla="*/ 750 h 1376"/>
                <a:gd name="T32" fmla="*/ 811 w 1031"/>
                <a:gd name="T33" fmla="*/ 750 h 1376"/>
                <a:gd name="T34" fmla="*/ 686 w 1031"/>
                <a:gd name="T35" fmla="*/ 1063 h 1376"/>
                <a:gd name="T36" fmla="*/ 436 w 1031"/>
                <a:gd name="T37" fmla="*/ 1157 h 1376"/>
                <a:gd name="T38" fmla="*/ 218 w 1031"/>
                <a:gd name="T39" fmla="*/ 969 h 1376"/>
                <a:gd name="T40" fmla="*/ 561 w 1031"/>
                <a:gd name="T41" fmla="*/ 719 h 1376"/>
                <a:gd name="T42" fmla="*/ 811 w 1031"/>
                <a:gd name="T43" fmla="*/ 719 h 1376"/>
                <a:gd name="T44" fmla="*/ 499 w 1031"/>
                <a:gd name="T45" fmla="*/ 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1" h="1376">
                  <a:moveTo>
                    <a:pt x="499" y="0"/>
                  </a:moveTo>
                  <a:lnTo>
                    <a:pt x="499" y="0"/>
                  </a:lnTo>
                  <a:cubicBezTo>
                    <a:pt x="250" y="0"/>
                    <a:pt x="93" y="157"/>
                    <a:pt x="31" y="375"/>
                  </a:cubicBezTo>
                  <a:cubicBezTo>
                    <a:pt x="250" y="407"/>
                    <a:pt x="250" y="407"/>
                    <a:pt x="250" y="407"/>
                  </a:cubicBezTo>
                  <a:cubicBezTo>
                    <a:pt x="281" y="282"/>
                    <a:pt x="374" y="219"/>
                    <a:pt x="499" y="219"/>
                  </a:cubicBezTo>
                  <a:cubicBezTo>
                    <a:pt x="686" y="219"/>
                    <a:pt x="811" y="313"/>
                    <a:pt x="811" y="469"/>
                  </a:cubicBezTo>
                  <a:cubicBezTo>
                    <a:pt x="811" y="532"/>
                    <a:pt x="811" y="532"/>
                    <a:pt x="811" y="532"/>
                  </a:cubicBezTo>
                  <a:cubicBezTo>
                    <a:pt x="592" y="532"/>
                    <a:pt x="592" y="532"/>
                    <a:pt x="592" y="532"/>
                  </a:cubicBezTo>
                  <a:cubicBezTo>
                    <a:pt x="218" y="532"/>
                    <a:pt x="0" y="688"/>
                    <a:pt x="0" y="969"/>
                  </a:cubicBezTo>
                  <a:cubicBezTo>
                    <a:pt x="0" y="1219"/>
                    <a:pt x="156" y="1375"/>
                    <a:pt x="405" y="1375"/>
                  </a:cubicBezTo>
                  <a:cubicBezTo>
                    <a:pt x="561" y="1375"/>
                    <a:pt x="717" y="1282"/>
                    <a:pt x="811" y="1157"/>
                  </a:cubicBezTo>
                  <a:cubicBezTo>
                    <a:pt x="842" y="1344"/>
                    <a:pt x="842" y="1344"/>
                    <a:pt x="842" y="1344"/>
                  </a:cubicBezTo>
                  <a:cubicBezTo>
                    <a:pt x="1030" y="1344"/>
                    <a:pt x="1030" y="1344"/>
                    <a:pt x="1030" y="1344"/>
                  </a:cubicBezTo>
                  <a:cubicBezTo>
                    <a:pt x="1030" y="500"/>
                    <a:pt x="1030" y="500"/>
                    <a:pt x="1030" y="500"/>
                  </a:cubicBezTo>
                  <a:cubicBezTo>
                    <a:pt x="1030" y="157"/>
                    <a:pt x="811" y="0"/>
                    <a:pt x="499" y="0"/>
                  </a:cubicBezTo>
                  <a:lnTo>
                    <a:pt x="811" y="750"/>
                  </a:lnTo>
                  <a:lnTo>
                    <a:pt x="811" y="750"/>
                  </a:lnTo>
                  <a:cubicBezTo>
                    <a:pt x="811" y="907"/>
                    <a:pt x="749" y="1000"/>
                    <a:pt x="686" y="1063"/>
                  </a:cubicBezTo>
                  <a:cubicBezTo>
                    <a:pt x="624" y="1125"/>
                    <a:pt x="530" y="1157"/>
                    <a:pt x="436" y="1157"/>
                  </a:cubicBezTo>
                  <a:cubicBezTo>
                    <a:pt x="281" y="1157"/>
                    <a:pt x="218" y="1094"/>
                    <a:pt x="218" y="969"/>
                  </a:cubicBezTo>
                  <a:cubicBezTo>
                    <a:pt x="218" y="813"/>
                    <a:pt x="343" y="719"/>
                    <a:pt x="561" y="719"/>
                  </a:cubicBezTo>
                  <a:cubicBezTo>
                    <a:pt x="811" y="719"/>
                    <a:pt x="811" y="719"/>
                    <a:pt x="811" y="719"/>
                  </a:cubicBezTo>
                  <a:lnTo>
                    <a:pt x="49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B1A794-2EDC-CB39-4E20-82B396147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5840413"/>
              <a:ext cx="338138" cy="495300"/>
            </a:xfrm>
            <a:custGeom>
              <a:avLst/>
              <a:gdLst>
                <a:gd name="T0" fmla="*/ 313 w 939"/>
                <a:gd name="T1" fmla="*/ 375 h 1376"/>
                <a:gd name="T2" fmla="*/ 313 w 939"/>
                <a:gd name="T3" fmla="*/ 375 h 1376"/>
                <a:gd name="T4" fmla="*/ 469 w 939"/>
                <a:gd name="T5" fmla="*/ 219 h 1376"/>
                <a:gd name="T6" fmla="*/ 719 w 939"/>
                <a:gd name="T7" fmla="*/ 344 h 1376"/>
                <a:gd name="T8" fmla="*/ 875 w 939"/>
                <a:gd name="T9" fmla="*/ 219 h 1376"/>
                <a:gd name="T10" fmla="*/ 469 w 939"/>
                <a:gd name="T11" fmla="*/ 0 h 1376"/>
                <a:gd name="T12" fmla="*/ 94 w 939"/>
                <a:gd name="T13" fmla="*/ 375 h 1376"/>
                <a:gd name="T14" fmla="*/ 500 w 939"/>
                <a:gd name="T15" fmla="*/ 782 h 1376"/>
                <a:gd name="T16" fmla="*/ 688 w 939"/>
                <a:gd name="T17" fmla="*/ 969 h 1376"/>
                <a:gd name="T18" fmla="*/ 500 w 939"/>
                <a:gd name="T19" fmla="*/ 1157 h 1376"/>
                <a:gd name="T20" fmla="*/ 188 w 939"/>
                <a:gd name="T21" fmla="*/ 907 h 1376"/>
                <a:gd name="T22" fmla="*/ 0 w 939"/>
                <a:gd name="T23" fmla="*/ 1000 h 1376"/>
                <a:gd name="T24" fmla="*/ 500 w 939"/>
                <a:gd name="T25" fmla="*/ 1375 h 1376"/>
                <a:gd name="T26" fmla="*/ 938 w 939"/>
                <a:gd name="T27" fmla="*/ 938 h 1376"/>
                <a:gd name="T28" fmla="*/ 313 w 939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76">
                  <a:moveTo>
                    <a:pt x="313" y="375"/>
                  </a:moveTo>
                  <a:lnTo>
                    <a:pt x="313" y="375"/>
                  </a:lnTo>
                  <a:cubicBezTo>
                    <a:pt x="313" y="282"/>
                    <a:pt x="375" y="219"/>
                    <a:pt x="469" y="219"/>
                  </a:cubicBezTo>
                  <a:cubicBezTo>
                    <a:pt x="563" y="219"/>
                    <a:pt x="625" y="250"/>
                    <a:pt x="719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25" y="0"/>
                    <a:pt x="469" y="0"/>
                  </a:cubicBezTo>
                  <a:cubicBezTo>
                    <a:pt x="250" y="0"/>
                    <a:pt x="94" y="157"/>
                    <a:pt x="94" y="375"/>
                  </a:cubicBezTo>
                  <a:cubicBezTo>
                    <a:pt x="94" y="625"/>
                    <a:pt x="313" y="719"/>
                    <a:pt x="500" y="782"/>
                  </a:cubicBezTo>
                  <a:cubicBezTo>
                    <a:pt x="594" y="813"/>
                    <a:pt x="688" y="875"/>
                    <a:pt x="688" y="969"/>
                  </a:cubicBezTo>
                  <a:cubicBezTo>
                    <a:pt x="688" y="1094"/>
                    <a:pt x="625" y="1157"/>
                    <a:pt x="500" y="1157"/>
                  </a:cubicBezTo>
                  <a:cubicBezTo>
                    <a:pt x="344" y="1157"/>
                    <a:pt x="250" y="1094"/>
                    <a:pt x="188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63" y="1219"/>
                    <a:pt x="250" y="1375"/>
                    <a:pt x="500" y="1375"/>
                  </a:cubicBezTo>
                  <a:cubicBezTo>
                    <a:pt x="750" y="1375"/>
                    <a:pt x="938" y="1219"/>
                    <a:pt x="938" y="938"/>
                  </a:cubicBezTo>
                  <a:cubicBezTo>
                    <a:pt x="938" y="563"/>
                    <a:pt x="313" y="594"/>
                    <a:pt x="313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2C44B4E-E669-A199-7BE7-EA4836E3C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388" y="5840413"/>
              <a:ext cx="338137" cy="495300"/>
            </a:xfrm>
            <a:custGeom>
              <a:avLst/>
              <a:gdLst>
                <a:gd name="T0" fmla="*/ 312 w 938"/>
                <a:gd name="T1" fmla="*/ 375 h 1376"/>
                <a:gd name="T2" fmla="*/ 312 w 938"/>
                <a:gd name="T3" fmla="*/ 375 h 1376"/>
                <a:gd name="T4" fmla="*/ 468 w 938"/>
                <a:gd name="T5" fmla="*/ 219 h 1376"/>
                <a:gd name="T6" fmla="*/ 718 w 938"/>
                <a:gd name="T7" fmla="*/ 344 h 1376"/>
                <a:gd name="T8" fmla="*/ 875 w 938"/>
                <a:gd name="T9" fmla="*/ 219 h 1376"/>
                <a:gd name="T10" fmla="*/ 500 w 938"/>
                <a:gd name="T11" fmla="*/ 0 h 1376"/>
                <a:gd name="T12" fmla="*/ 93 w 938"/>
                <a:gd name="T13" fmla="*/ 375 h 1376"/>
                <a:gd name="T14" fmla="*/ 500 w 938"/>
                <a:gd name="T15" fmla="*/ 782 h 1376"/>
                <a:gd name="T16" fmla="*/ 718 w 938"/>
                <a:gd name="T17" fmla="*/ 969 h 1376"/>
                <a:gd name="T18" fmla="*/ 500 w 938"/>
                <a:gd name="T19" fmla="*/ 1157 h 1376"/>
                <a:gd name="T20" fmla="*/ 187 w 938"/>
                <a:gd name="T21" fmla="*/ 907 h 1376"/>
                <a:gd name="T22" fmla="*/ 0 w 938"/>
                <a:gd name="T23" fmla="*/ 1000 h 1376"/>
                <a:gd name="T24" fmla="*/ 500 w 938"/>
                <a:gd name="T25" fmla="*/ 1375 h 1376"/>
                <a:gd name="T26" fmla="*/ 937 w 938"/>
                <a:gd name="T27" fmla="*/ 938 h 1376"/>
                <a:gd name="T28" fmla="*/ 312 w 938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8" h="1376">
                  <a:moveTo>
                    <a:pt x="312" y="375"/>
                  </a:moveTo>
                  <a:lnTo>
                    <a:pt x="312" y="375"/>
                  </a:lnTo>
                  <a:cubicBezTo>
                    <a:pt x="312" y="282"/>
                    <a:pt x="375" y="219"/>
                    <a:pt x="468" y="219"/>
                  </a:cubicBezTo>
                  <a:cubicBezTo>
                    <a:pt x="562" y="219"/>
                    <a:pt x="625" y="250"/>
                    <a:pt x="718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56" y="0"/>
                    <a:pt x="500" y="0"/>
                  </a:cubicBezTo>
                  <a:cubicBezTo>
                    <a:pt x="249" y="0"/>
                    <a:pt x="93" y="157"/>
                    <a:pt x="93" y="375"/>
                  </a:cubicBezTo>
                  <a:cubicBezTo>
                    <a:pt x="93" y="625"/>
                    <a:pt x="312" y="719"/>
                    <a:pt x="500" y="782"/>
                  </a:cubicBezTo>
                  <a:cubicBezTo>
                    <a:pt x="625" y="813"/>
                    <a:pt x="718" y="875"/>
                    <a:pt x="718" y="969"/>
                  </a:cubicBezTo>
                  <a:cubicBezTo>
                    <a:pt x="718" y="1094"/>
                    <a:pt x="625" y="1157"/>
                    <a:pt x="500" y="1157"/>
                  </a:cubicBezTo>
                  <a:cubicBezTo>
                    <a:pt x="375" y="1157"/>
                    <a:pt x="249" y="1094"/>
                    <a:pt x="187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3" y="1219"/>
                    <a:pt x="249" y="1375"/>
                    <a:pt x="500" y="1375"/>
                  </a:cubicBezTo>
                  <a:cubicBezTo>
                    <a:pt x="750" y="1375"/>
                    <a:pt x="937" y="1219"/>
                    <a:pt x="937" y="938"/>
                  </a:cubicBezTo>
                  <a:cubicBezTo>
                    <a:pt x="937" y="563"/>
                    <a:pt x="312" y="594"/>
                    <a:pt x="312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1D6E1B4E-80A8-AA28-F07C-B4158B493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868363"/>
              <a:ext cx="2947987" cy="3622675"/>
            </a:xfrm>
            <a:custGeom>
              <a:avLst/>
              <a:gdLst>
                <a:gd name="T0" fmla="*/ 4093 w 8188"/>
                <a:gd name="T1" fmla="*/ 1625 h 10062"/>
                <a:gd name="T2" fmla="*/ 6905 w 8188"/>
                <a:gd name="T3" fmla="*/ 10061 h 10062"/>
                <a:gd name="T4" fmla="*/ 8187 w 8188"/>
                <a:gd name="T5" fmla="*/ 10061 h 10062"/>
                <a:gd name="T6" fmla="*/ 4687 w 8188"/>
                <a:gd name="T7" fmla="*/ 0 h 10062"/>
                <a:gd name="T8" fmla="*/ 3500 w 8188"/>
                <a:gd name="T9" fmla="*/ 0 h 10062"/>
                <a:gd name="T10" fmla="*/ 0 w 8188"/>
                <a:gd name="T11" fmla="*/ 10061 h 10062"/>
                <a:gd name="T12" fmla="*/ 1281 w 8188"/>
                <a:gd name="T13" fmla="*/ 10061 h 10062"/>
                <a:gd name="T14" fmla="*/ 4093 w 8188"/>
                <a:gd name="T15" fmla="*/ 1625 h 10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88" h="10062">
                  <a:moveTo>
                    <a:pt x="4093" y="1625"/>
                  </a:moveTo>
                  <a:lnTo>
                    <a:pt x="6905" y="10061"/>
                  </a:lnTo>
                  <a:lnTo>
                    <a:pt x="8187" y="10061"/>
                  </a:lnTo>
                  <a:lnTo>
                    <a:pt x="4687" y="0"/>
                  </a:lnTo>
                  <a:lnTo>
                    <a:pt x="3500" y="0"/>
                  </a:lnTo>
                  <a:lnTo>
                    <a:pt x="0" y="10061"/>
                  </a:lnTo>
                  <a:lnTo>
                    <a:pt x="1281" y="10061"/>
                  </a:lnTo>
                  <a:lnTo>
                    <a:pt x="4093" y="162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3BE1950-C457-CBC6-E499-47CCD38B4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0638" y="2770188"/>
              <a:ext cx="3295650" cy="1068387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50343ED8-4E45-D10D-783B-D0FD21178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0545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1417A2D2-4913-D982-5E5C-D1962D2F4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6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88A0B119-17A7-9B95-C933-CA21E8191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9765" y="5856056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1658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t Slide m. 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6479EE-CD3F-08F5-4115-40058735DA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614" y="719772"/>
            <a:ext cx="10081736" cy="87777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lnSpc>
                <a:spcPts val="4400"/>
              </a:lnSpc>
              <a:defRPr/>
            </a:lvl1pPr>
          </a:lstStyle>
          <a:p>
            <a:r>
              <a:rPr lang="da-DK" dirty="0"/>
              <a:t>Indsæt overskrift her</a:t>
            </a:r>
            <a:endParaRPr lang="en-US" dirty="0"/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0426E02F-A3D4-5317-B5BD-B390851AFC9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21500" y="5220402"/>
            <a:ext cx="579374" cy="540000"/>
            <a:chOff x="1255713" y="868363"/>
            <a:chExt cx="5884862" cy="5471880"/>
          </a:xfrm>
          <a:solidFill>
            <a:schemeClr val="tx1"/>
          </a:solidFill>
        </p:grpSpPr>
        <p:sp>
          <p:nvSpPr>
            <p:cNvPr id="4" name="Freeform 1">
              <a:extLst>
                <a:ext uri="{FF2B5EF4-FFF2-40B4-BE49-F238E27FC236}">
                  <a16:creationId xmlns:a16="http://schemas.microsoft.com/office/drawing/2014/main" id="{F7E2F3DE-3B3C-525A-3CB9-EAD35889F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713" y="482758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44 h 1813"/>
                <a:gd name="T8" fmla="*/ 1094 w 1501"/>
                <a:gd name="T9" fmla="*/ 1344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125 h 1813"/>
                <a:gd name="T20" fmla="*/ 750 w 1501"/>
                <a:gd name="T21" fmla="*/ 281 h 1813"/>
                <a:gd name="T22" fmla="*/ 1031 w 1501"/>
                <a:gd name="T23" fmla="*/ 1125 h 1813"/>
                <a:gd name="T24" fmla="*/ 469 w 1501"/>
                <a:gd name="T25" fmla="*/ 1125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44"/>
                  </a:lnTo>
                  <a:lnTo>
                    <a:pt x="1094" y="1344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125"/>
                  </a:moveTo>
                  <a:lnTo>
                    <a:pt x="750" y="281"/>
                  </a:lnTo>
                  <a:lnTo>
                    <a:pt x="1031" y="1125"/>
                  </a:lnTo>
                  <a:lnTo>
                    <a:pt x="469" y="1125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5" name="Freeform 2">
              <a:extLst>
                <a:ext uri="{FF2B5EF4-FFF2-40B4-BE49-F238E27FC236}">
                  <a16:creationId xmlns:a16="http://schemas.microsoft.com/office/drawing/2014/main" id="{241F6655-3CCB-6119-4B3C-05FBC57F0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1500" y="4816475"/>
              <a:ext cx="382588" cy="663575"/>
            </a:xfrm>
            <a:custGeom>
              <a:avLst/>
              <a:gdLst>
                <a:gd name="T0" fmla="*/ 1031 w 1064"/>
                <a:gd name="T1" fmla="*/ 531 h 1844"/>
                <a:gd name="T2" fmla="*/ 750 w 1064"/>
                <a:gd name="T3" fmla="*/ 531 h 1844"/>
                <a:gd name="T4" fmla="*/ 219 w 1064"/>
                <a:gd name="T5" fmla="*/ 1093 h 1844"/>
                <a:gd name="T6" fmla="*/ 219 w 1064"/>
                <a:gd name="T7" fmla="*/ 0 h 1844"/>
                <a:gd name="T8" fmla="*/ 0 w 1064"/>
                <a:gd name="T9" fmla="*/ 0 h 1844"/>
                <a:gd name="T10" fmla="*/ 0 w 1064"/>
                <a:gd name="T11" fmla="*/ 1843 h 1844"/>
                <a:gd name="T12" fmla="*/ 219 w 1064"/>
                <a:gd name="T13" fmla="*/ 1843 h 1844"/>
                <a:gd name="T14" fmla="*/ 219 w 1064"/>
                <a:gd name="T15" fmla="*/ 1187 h 1844"/>
                <a:gd name="T16" fmla="*/ 781 w 1064"/>
                <a:gd name="T17" fmla="*/ 1843 h 1844"/>
                <a:gd name="T18" fmla="*/ 1063 w 1064"/>
                <a:gd name="T19" fmla="*/ 1843 h 1844"/>
                <a:gd name="T20" fmla="*/ 469 w 1064"/>
                <a:gd name="T21" fmla="*/ 1156 h 1844"/>
                <a:gd name="T22" fmla="*/ 1031 w 1064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4" h="1844">
                  <a:moveTo>
                    <a:pt x="1031" y="531"/>
                  </a:moveTo>
                  <a:lnTo>
                    <a:pt x="750" y="531"/>
                  </a:lnTo>
                  <a:lnTo>
                    <a:pt x="219" y="1093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9" y="1843"/>
                  </a:lnTo>
                  <a:lnTo>
                    <a:pt x="219" y="1187"/>
                  </a:lnTo>
                  <a:lnTo>
                    <a:pt x="781" y="1843"/>
                  </a:lnTo>
                  <a:lnTo>
                    <a:pt x="1063" y="1843"/>
                  </a:lnTo>
                  <a:lnTo>
                    <a:pt x="469" y="1156"/>
                  </a:lnTo>
                  <a:lnTo>
                    <a:pt x="1031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10464555-A644-868C-21EC-F7AA00AB7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200" y="5008563"/>
              <a:ext cx="371475" cy="484187"/>
            </a:xfrm>
            <a:custGeom>
              <a:avLst/>
              <a:gdLst>
                <a:gd name="T0" fmla="*/ 531 w 1032"/>
                <a:gd name="T1" fmla="*/ 0 h 1345"/>
                <a:gd name="T2" fmla="*/ 531 w 1032"/>
                <a:gd name="T3" fmla="*/ 0 h 1345"/>
                <a:gd name="T4" fmla="*/ 62 w 1032"/>
                <a:gd name="T5" fmla="*/ 344 h 1345"/>
                <a:gd name="T6" fmla="*/ 250 w 1032"/>
                <a:gd name="T7" fmla="*/ 406 h 1345"/>
                <a:gd name="T8" fmla="*/ 531 w 1032"/>
                <a:gd name="T9" fmla="*/ 187 h 1345"/>
                <a:gd name="T10" fmla="*/ 812 w 1032"/>
                <a:gd name="T11" fmla="*/ 469 h 1345"/>
                <a:gd name="T12" fmla="*/ 812 w 1032"/>
                <a:gd name="T13" fmla="*/ 500 h 1345"/>
                <a:gd name="T14" fmla="*/ 594 w 1032"/>
                <a:gd name="T15" fmla="*/ 500 h 1345"/>
                <a:gd name="T16" fmla="*/ 0 w 1032"/>
                <a:gd name="T17" fmla="*/ 937 h 1345"/>
                <a:gd name="T18" fmla="*/ 406 w 1032"/>
                <a:gd name="T19" fmla="*/ 1344 h 1345"/>
                <a:gd name="T20" fmla="*/ 812 w 1032"/>
                <a:gd name="T21" fmla="*/ 1125 h 1345"/>
                <a:gd name="T22" fmla="*/ 875 w 1032"/>
                <a:gd name="T23" fmla="*/ 1312 h 1345"/>
                <a:gd name="T24" fmla="*/ 1031 w 1032"/>
                <a:gd name="T25" fmla="*/ 1312 h 1345"/>
                <a:gd name="T26" fmla="*/ 1031 w 1032"/>
                <a:gd name="T27" fmla="*/ 469 h 1345"/>
                <a:gd name="T28" fmla="*/ 531 w 1032"/>
                <a:gd name="T29" fmla="*/ 0 h 1345"/>
                <a:gd name="T30" fmla="*/ 812 w 1032"/>
                <a:gd name="T31" fmla="*/ 750 h 1345"/>
                <a:gd name="T32" fmla="*/ 812 w 1032"/>
                <a:gd name="T33" fmla="*/ 750 h 1345"/>
                <a:gd name="T34" fmla="*/ 719 w 1032"/>
                <a:gd name="T35" fmla="*/ 1062 h 1345"/>
                <a:gd name="T36" fmla="*/ 437 w 1032"/>
                <a:gd name="T37" fmla="*/ 1156 h 1345"/>
                <a:gd name="T38" fmla="*/ 219 w 1032"/>
                <a:gd name="T39" fmla="*/ 937 h 1345"/>
                <a:gd name="T40" fmla="*/ 594 w 1032"/>
                <a:gd name="T41" fmla="*/ 719 h 1345"/>
                <a:gd name="T42" fmla="*/ 812 w 1032"/>
                <a:gd name="T43" fmla="*/ 719 h 1345"/>
                <a:gd name="T44" fmla="*/ 531 w 1032"/>
                <a:gd name="T45" fmla="*/ 0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2" h="1345">
                  <a:moveTo>
                    <a:pt x="531" y="0"/>
                  </a:moveTo>
                  <a:lnTo>
                    <a:pt x="531" y="0"/>
                  </a:lnTo>
                  <a:cubicBezTo>
                    <a:pt x="281" y="0"/>
                    <a:pt x="94" y="125"/>
                    <a:pt x="62" y="344"/>
                  </a:cubicBezTo>
                  <a:cubicBezTo>
                    <a:pt x="250" y="406"/>
                    <a:pt x="250" y="406"/>
                    <a:pt x="250" y="406"/>
                  </a:cubicBezTo>
                  <a:cubicBezTo>
                    <a:pt x="281" y="250"/>
                    <a:pt x="375" y="187"/>
                    <a:pt x="531" y="187"/>
                  </a:cubicBezTo>
                  <a:cubicBezTo>
                    <a:pt x="719" y="187"/>
                    <a:pt x="812" y="281"/>
                    <a:pt x="812" y="469"/>
                  </a:cubicBezTo>
                  <a:cubicBezTo>
                    <a:pt x="812" y="500"/>
                    <a:pt x="812" y="500"/>
                    <a:pt x="812" y="500"/>
                  </a:cubicBezTo>
                  <a:cubicBezTo>
                    <a:pt x="594" y="500"/>
                    <a:pt x="594" y="500"/>
                    <a:pt x="594" y="500"/>
                  </a:cubicBezTo>
                  <a:cubicBezTo>
                    <a:pt x="219" y="500"/>
                    <a:pt x="0" y="656"/>
                    <a:pt x="0" y="937"/>
                  </a:cubicBezTo>
                  <a:cubicBezTo>
                    <a:pt x="0" y="1219"/>
                    <a:pt x="187" y="1344"/>
                    <a:pt x="406" y="1344"/>
                  </a:cubicBezTo>
                  <a:cubicBezTo>
                    <a:pt x="594" y="1344"/>
                    <a:pt x="719" y="1281"/>
                    <a:pt x="812" y="1125"/>
                  </a:cubicBezTo>
                  <a:cubicBezTo>
                    <a:pt x="875" y="1312"/>
                    <a:pt x="875" y="1312"/>
                    <a:pt x="875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69"/>
                    <a:pt x="1031" y="469"/>
                    <a:pt x="1031" y="469"/>
                  </a:cubicBezTo>
                  <a:cubicBezTo>
                    <a:pt x="1031" y="156"/>
                    <a:pt x="844" y="0"/>
                    <a:pt x="531" y="0"/>
                  </a:cubicBezTo>
                  <a:lnTo>
                    <a:pt x="812" y="750"/>
                  </a:lnTo>
                  <a:lnTo>
                    <a:pt x="812" y="750"/>
                  </a:lnTo>
                  <a:cubicBezTo>
                    <a:pt x="812" y="875"/>
                    <a:pt x="781" y="969"/>
                    <a:pt x="719" y="1062"/>
                  </a:cubicBezTo>
                  <a:cubicBezTo>
                    <a:pt x="625" y="1125"/>
                    <a:pt x="531" y="1156"/>
                    <a:pt x="437" y="1156"/>
                  </a:cubicBezTo>
                  <a:cubicBezTo>
                    <a:pt x="312" y="1156"/>
                    <a:pt x="219" y="1062"/>
                    <a:pt x="219" y="937"/>
                  </a:cubicBezTo>
                  <a:cubicBezTo>
                    <a:pt x="219" y="781"/>
                    <a:pt x="344" y="719"/>
                    <a:pt x="594" y="719"/>
                  </a:cubicBezTo>
                  <a:cubicBezTo>
                    <a:pt x="812" y="719"/>
                    <a:pt x="812" y="719"/>
                    <a:pt x="812" y="719"/>
                  </a:cubicBezTo>
                  <a:lnTo>
                    <a:pt x="531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BCD21184-D1D3-DE4E-5E27-C64B9FF88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816475"/>
              <a:ext cx="427037" cy="674688"/>
            </a:xfrm>
            <a:custGeom>
              <a:avLst/>
              <a:gdLst>
                <a:gd name="T0" fmla="*/ 562 w 1188"/>
                <a:gd name="T1" fmla="*/ 1875 h 1876"/>
                <a:gd name="T2" fmla="*/ 562 w 1188"/>
                <a:gd name="T3" fmla="*/ 1875 h 1876"/>
                <a:gd name="T4" fmla="*/ 969 w 1188"/>
                <a:gd name="T5" fmla="*/ 1687 h 1876"/>
                <a:gd name="T6" fmla="*/ 969 w 1188"/>
                <a:gd name="T7" fmla="*/ 1843 h 1876"/>
                <a:gd name="T8" fmla="*/ 1187 w 1188"/>
                <a:gd name="T9" fmla="*/ 1843 h 1876"/>
                <a:gd name="T10" fmla="*/ 1187 w 1188"/>
                <a:gd name="T11" fmla="*/ 0 h 1876"/>
                <a:gd name="T12" fmla="*/ 969 w 1188"/>
                <a:gd name="T13" fmla="*/ 0 h 1876"/>
                <a:gd name="T14" fmla="*/ 969 w 1188"/>
                <a:gd name="T15" fmla="*/ 687 h 1876"/>
                <a:gd name="T16" fmla="*/ 812 w 1188"/>
                <a:gd name="T17" fmla="*/ 562 h 1876"/>
                <a:gd name="T18" fmla="*/ 562 w 1188"/>
                <a:gd name="T19" fmla="*/ 531 h 1876"/>
                <a:gd name="T20" fmla="*/ 0 w 1188"/>
                <a:gd name="T21" fmla="*/ 1187 h 1876"/>
                <a:gd name="T22" fmla="*/ 562 w 1188"/>
                <a:gd name="T23" fmla="*/ 1875 h 1876"/>
                <a:gd name="T24" fmla="*/ 594 w 1188"/>
                <a:gd name="T25" fmla="*/ 718 h 1876"/>
                <a:gd name="T26" fmla="*/ 594 w 1188"/>
                <a:gd name="T27" fmla="*/ 718 h 1876"/>
                <a:gd name="T28" fmla="*/ 969 w 1188"/>
                <a:gd name="T29" fmla="*/ 1187 h 1876"/>
                <a:gd name="T30" fmla="*/ 594 w 1188"/>
                <a:gd name="T31" fmla="*/ 1687 h 1876"/>
                <a:gd name="T32" fmla="*/ 219 w 1188"/>
                <a:gd name="T33" fmla="*/ 1187 h 1876"/>
                <a:gd name="T34" fmla="*/ 594 w 1188"/>
                <a:gd name="T35" fmla="*/ 718 h 1876"/>
                <a:gd name="T36" fmla="*/ 562 w 1188"/>
                <a:gd name="T37" fmla="*/ 1875 h 1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88" h="1876">
                  <a:moveTo>
                    <a:pt x="562" y="1875"/>
                  </a:moveTo>
                  <a:lnTo>
                    <a:pt x="562" y="1875"/>
                  </a:lnTo>
                  <a:cubicBezTo>
                    <a:pt x="719" y="1875"/>
                    <a:pt x="906" y="1781"/>
                    <a:pt x="969" y="1687"/>
                  </a:cubicBezTo>
                  <a:cubicBezTo>
                    <a:pt x="969" y="1843"/>
                    <a:pt x="969" y="1843"/>
                    <a:pt x="969" y="1843"/>
                  </a:cubicBezTo>
                  <a:cubicBezTo>
                    <a:pt x="1187" y="1843"/>
                    <a:pt x="1187" y="1843"/>
                    <a:pt x="1187" y="1843"/>
                  </a:cubicBezTo>
                  <a:cubicBezTo>
                    <a:pt x="1187" y="0"/>
                    <a:pt x="1187" y="0"/>
                    <a:pt x="1187" y="0"/>
                  </a:cubicBezTo>
                  <a:cubicBezTo>
                    <a:pt x="969" y="0"/>
                    <a:pt x="969" y="0"/>
                    <a:pt x="969" y="0"/>
                  </a:cubicBezTo>
                  <a:cubicBezTo>
                    <a:pt x="969" y="687"/>
                    <a:pt x="969" y="687"/>
                    <a:pt x="969" y="687"/>
                  </a:cubicBezTo>
                  <a:cubicBezTo>
                    <a:pt x="937" y="656"/>
                    <a:pt x="875" y="625"/>
                    <a:pt x="812" y="562"/>
                  </a:cubicBezTo>
                  <a:cubicBezTo>
                    <a:pt x="719" y="531"/>
                    <a:pt x="656" y="531"/>
                    <a:pt x="562" y="531"/>
                  </a:cubicBezTo>
                  <a:cubicBezTo>
                    <a:pt x="187" y="531"/>
                    <a:pt x="0" y="781"/>
                    <a:pt x="0" y="1187"/>
                  </a:cubicBezTo>
                  <a:cubicBezTo>
                    <a:pt x="0" y="1593"/>
                    <a:pt x="187" y="1875"/>
                    <a:pt x="562" y="1875"/>
                  </a:cubicBezTo>
                  <a:lnTo>
                    <a:pt x="594" y="718"/>
                  </a:lnTo>
                  <a:lnTo>
                    <a:pt x="594" y="718"/>
                  </a:lnTo>
                  <a:cubicBezTo>
                    <a:pt x="844" y="718"/>
                    <a:pt x="969" y="906"/>
                    <a:pt x="969" y="1187"/>
                  </a:cubicBezTo>
                  <a:cubicBezTo>
                    <a:pt x="969" y="1468"/>
                    <a:pt x="844" y="1687"/>
                    <a:pt x="594" y="1687"/>
                  </a:cubicBezTo>
                  <a:cubicBezTo>
                    <a:pt x="375" y="1687"/>
                    <a:pt x="219" y="1468"/>
                    <a:pt x="219" y="1187"/>
                  </a:cubicBezTo>
                  <a:cubicBezTo>
                    <a:pt x="219" y="906"/>
                    <a:pt x="375" y="718"/>
                    <a:pt x="594" y="718"/>
                  </a:cubicBezTo>
                  <a:lnTo>
                    <a:pt x="562" y="187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8FD58E27-965D-B4F7-B9D7-9DC554B49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5008563"/>
              <a:ext cx="641350" cy="473075"/>
            </a:xfrm>
            <a:custGeom>
              <a:avLst/>
              <a:gdLst>
                <a:gd name="T0" fmla="*/ 1780 w 1781"/>
                <a:gd name="T1" fmla="*/ 1312 h 1313"/>
                <a:gd name="T2" fmla="*/ 1780 w 1781"/>
                <a:gd name="T3" fmla="*/ 1312 h 1313"/>
                <a:gd name="T4" fmla="*/ 1780 w 1781"/>
                <a:gd name="T5" fmla="*/ 406 h 1313"/>
                <a:gd name="T6" fmla="*/ 1405 w 1781"/>
                <a:gd name="T7" fmla="*/ 0 h 1313"/>
                <a:gd name="T8" fmla="*/ 968 w 1781"/>
                <a:gd name="T9" fmla="*/ 250 h 1313"/>
                <a:gd name="T10" fmla="*/ 625 w 1781"/>
                <a:gd name="T11" fmla="*/ 0 h 1313"/>
                <a:gd name="T12" fmla="*/ 218 w 1781"/>
                <a:gd name="T13" fmla="*/ 250 h 1313"/>
                <a:gd name="T14" fmla="*/ 218 w 1781"/>
                <a:gd name="T15" fmla="*/ 0 h 1313"/>
                <a:gd name="T16" fmla="*/ 0 w 1781"/>
                <a:gd name="T17" fmla="*/ 0 h 1313"/>
                <a:gd name="T18" fmla="*/ 0 w 1781"/>
                <a:gd name="T19" fmla="*/ 1312 h 1313"/>
                <a:gd name="T20" fmla="*/ 218 w 1781"/>
                <a:gd name="T21" fmla="*/ 1312 h 1313"/>
                <a:gd name="T22" fmla="*/ 218 w 1781"/>
                <a:gd name="T23" fmla="*/ 781 h 1313"/>
                <a:gd name="T24" fmla="*/ 562 w 1781"/>
                <a:gd name="T25" fmla="*/ 187 h 1313"/>
                <a:gd name="T26" fmla="*/ 781 w 1781"/>
                <a:gd name="T27" fmla="*/ 437 h 1313"/>
                <a:gd name="T28" fmla="*/ 781 w 1781"/>
                <a:gd name="T29" fmla="*/ 1312 h 1313"/>
                <a:gd name="T30" fmla="*/ 1000 w 1781"/>
                <a:gd name="T31" fmla="*/ 1312 h 1313"/>
                <a:gd name="T32" fmla="*/ 1000 w 1781"/>
                <a:gd name="T33" fmla="*/ 781 h 1313"/>
                <a:gd name="T34" fmla="*/ 1343 w 1781"/>
                <a:gd name="T35" fmla="*/ 187 h 1313"/>
                <a:gd name="T36" fmla="*/ 1561 w 1781"/>
                <a:gd name="T37" fmla="*/ 437 h 1313"/>
                <a:gd name="T38" fmla="*/ 1561 w 1781"/>
                <a:gd name="T39" fmla="*/ 1312 h 1313"/>
                <a:gd name="T40" fmla="*/ 1780 w 1781"/>
                <a:gd name="T41" fmla="*/ 1312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81" h="1313">
                  <a:moveTo>
                    <a:pt x="1780" y="1312"/>
                  </a:moveTo>
                  <a:lnTo>
                    <a:pt x="1780" y="1312"/>
                  </a:lnTo>
                  <a:cubicBezTo>
                    <a:pt x="1780" y="406"/>
                    <a:pt x="1780" y="406"/>
                    <a:pt x="1780" y="406"/>
                  </a:cubicBezTo>
                  <a:cubicBezTo>
                    <a:pt x="1780" y="125"/>
                    <a:pt x="1655" y="0"/>
                    <a:pt x="1405" y="0"/>
                  </a:cubicBezTo>
                  <a:cubicBezTo>
                    <a:pt x="1218" y="0"/>
                    <a:pt x="1062" y="94"/>
                    <a:pt x="968" y="250"/>
                  </a:cubicBezTo>
                  <a:cubicBezTo>
                    <a:pt x="937" y="94"/>
                    <a:pt x="812" y="0"/>
                    <a:pt x="625" y="0"/>
                  </a:cubicBezTo>
                  <a:cubicBezTo>
                    <a:pt x="437" y="0"/>
                    <a:pt x="312" y="62"/>
                    <a:pt x="218" y="25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8" y="1312"/>
                    <a:pt x="218" y="1312"/>
                    <a:pt x="218" y="1312"/>
                  </a:cubicBezTo>
                  <a:cubicBezTo>
                    <a:pt x="218" y="781"/>
                    <a:pt x="218" y="781"/>
                    <a:pt x="218" y="781"/>
                  </a:cubicBezTo>
                  <a:cubicBezTo>
                    <a:pt x="218" y="406"/>
                    <a:pt x="375" y="187"/>
                    <a:pt x="562" y="187"/>
                  </a:cubicBezTo>
                  <a:cubicBezTo>
                    <a:pt x="718" y="187"/>
                    <a:pt x="781" y="281"/>
                    <a:pt x="781" y="437"/>
                  </a:cubicBezTo>
                  <a:cubicBezTo>
                    <a:pt x="781" y="1312"/>
                    <a:pt x="781" y="1312"/>
                    <a:pt x="781" y="1312"/>
                  </a:cubicBezTo>
                  <a:cubicBezTo>
                    <a:pt x="1000" y="1312"/>
                    <a:pt x="1000" y="1312"/>
                    <a:pt x="1000" y="1312"/>
                  </a:cubicBezTo>
                  <a:cubicBezTo>
                    <a:pt x="1000" y="781"/>
                    <a:pt x="1000" y="781"/>
                    <a:pt x="1000" y="781"/>
                  </a:cubicBezTo>
                  <a:cubicBezTo>
                    <a:pt x="1000" y="406"/>
                    <a:pt x="1156" y="187"/>
                    <a:pt x="1343" y="187"/>
                  </a:cubicBezTo>
                  <a:cubicBezTo>
                    <a:pt x="1499" y="187"/>
                    <a:pt x="1561" y="281"/>
                    <a:pt x="1561" y="437"/>
                  </a:cubicBezTo>
                  <a:cubicBezTo>
                    <a:pt x="1561" y="1312"/>
                    <a:pt x="1561" y="1312"/>
                    <a:pt x="1561" y="1312"/>
                  </a:cubicBezTo>
                  <a:lnTo>
                    <a:pt x="1780" y="131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58BCE32C-A9A2-75B5-E413-3D74C9CEE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5008563"/>
              <a:ext cx="79375" cy="473075"/>
            </a:xfrm>
            <a:custGeom>
              <a:avLst/>
              <a:gdLst>
                <a:gd name="T0" fmla="*/ 219 w 220"/>
                <a:gd name="T1" fmla="*/ 0 h 1313"/>
                <a:gd name="T2" fmla="*/ 0 w 220"/>
                <a:gd name="T3" fmla="*/ 0 h 1313"/>
                <a:gd name="T4" fmla="*/ 0 w 220"/>
                <a:gd name="T5" fmla="*/ 1312 h 1313"/>
                <a:gd name="T6" fmla="*/ 219 w 220"/>
                <a:gd name="T7" fmla="*/ 1312 h 1313"/>
                <a:gd name="T8" fmla="*/ 219 w 220"/>
                <a:gd name="T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313">
                  <a:moveTo>
                    <a:pt x="219" y="0"/>
                  </a:moveTo>
                  <a:lnTo>
                    <a:pt x="0" y="0"/>
                  </a:lnTo>
                  <a:lnTo>
                    <a:pt x="0" y="1312"/>
                  </a:lnTo>
                  <a:lnTo>
                    <a:pt x="219" y="1312"/>
                  </a:lnTo>
                  <a:lnTo>
                    <a:pt x="21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8781DE43-355F-F732-0DB4-D1EAB1FC8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238" y="4816475"/>
              <a:ext cx="123825" cy="123825"/>
            </a:xfrm>
            <a:custGeom>
              <a:avLst/>
              <a:gdLst>
                <a:gd name="T0" fmla="*/ 344 w 345"/>
                <a:gd name="T1" fmla="*/ 187 h 344"/>
                <a:gd name="T2" fmla="*/ 344 w 345"/>
                <a:gd name="T3" fmla="*/ 187 h 344"/>
                <a:gd name="T4" fmla="*/ 156 w 345"/>
                <a:gd name="T5" fmla="*/ 0 h 344"/>
                <a:gd name="T6" fmla="*/ 0 w 345"/>
                <a:gd name="T7" fmla="*/ 187 h 344"/>
                <a:gd name="T8" fmla="*/ 156 w 345"/>
                <a:gd name="T9" fmla="*/ 343 h 344"/>
                <a:gd name="T10" fmla="*/ 344 w 345"/>
                <a:gd name="T11" fmla="*/ 187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5" h="344">
                  <a:moveTo>
                    <a:pt x="344" y="187"/>
                  </a:moveTo>
                  <a:lnTo>
                    <a:pt x="344" y="187"/>
                  </a:lnTo>
                  <a:cubicBezTo>
                    <a:pt x="344" y="93"/>
                    <a:pt x="250" y="0"/>
                    <a:pt x="156" y="0"/>
                  </a:cubicBezTo>
                  <a:cubicBezTo>
                    <a:pt x="62" y="0"/>
                    <a:pt x="0" y="93"/>
                    <a:pt x="0" y="187"/>
                  </a:cubicBezTo>
                  <a:cubicBezTo>
                    <a:pt x="0" y="281"/>
                    <a:pt x="62" y="343"/>
                    <a:pt x="156" y="343"/>
                  </a:cubicBezTo>
                  <a:cubicBezTo>
                    <a:pt x="250" y="343"/>
                    <a:pt x="344" y="281"/>
                    <a:pt x="344" y="18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1494A2B2-06F2-57D7-E86C-9C88B0CED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816475"/>
              <a:ext cx="382587" cy="663575"/>
            </a:xfrm>
            <a:custGeom>
              <a:avLst/>
              <a:gdLst>
                <a:gd name="T0" fmla="*/ 750 w 1063"/>
                <a:gd name="T1" fmla="*/ 531 h 1844"/>
                <a:gd name="T2" fmla="*/ 218 w 1063"/>
                <a:gd name="T3" fmla="*/ 1093 h 1844"/>
                <a:gd name="T4" fmla="*/ 218 w 1063"/>
                <a:gd name="T5" fmla="*/ 0 h 1844"/>
                <a:gd name="T6" fmla="*/ 0 w 1063"/>
                <a:gd name="T7" fmla="*/ 0 h 1844"/>
                <a:gd name="T8" fmla="*/ 0 w 1063"/>
                <a:gd name="T9" fmla="*/ 1843 h 1844"/>
                <a:gd name="T10" fmla="*/ 218 w 1063"/>
                <a:gd name="T11" fmla="*/ 1843 h 1844"/>
                <a:gd name="T12" fmla="*/ 218 w 1063"/>
                <a:gd name="T13" fmla="*/ 1187 h 1844"/>
                <a:gd name="T14" fmla="*/ 781 w 1063"/>
                <a:gd name="T15" fmla="*/ 1843 h 1844"/>
                <a:gd name="T16" fmla="*/ 1062 w 1063"/>
                <a:gd name="T17" fmla="*/ 1843 h 1844"/>
                <a:gd name="T18" fmla="*/ 468 w 1063"/>
                <a:gd name="T19" fmla="*/ 1156 h 1844"/>
                <a:gd name="T20" fmla="*/ 1031 w 1063"/>
                <a:gd name="T21" fmla="*/ 531 h 1844"/>
                <a:gd name="T22" fmla="*/ 750 w 1063"/>
                <a:gd name="T23" fmla="*/ 531 h 1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4">
                  <a:moveTo>
                    <a:pt x="750" y="531"/>
                  </a:moveTo>
                  <a:lnTo>
                    <a:pt x="218" y="1093"/>
                  </a:lnTo>
                  <a:lnTo>
                    <a:pt x="218" y="0"/>
                  </a:lnTo>
                  <a:lnTo>
                    <a:pt x="0" y="0"/>
                  </a:lnTo>
                  <a:lnTo>
                    <a:pt x="0" y="1843"/>
                  </a:lnTo>
                  <a:lnTo>
                    <a:pt x="218" y="1843"/>
                  </a:lnTo>
                  <a:lnTo>
                    <a:pt x="218" y="1187"/>
                  </a:lnTo>
                  <a:lnTo>
                    <a:pt x="781" y="1843"/>
                  </a:lnTo>
                  <a:lnTo>
                    <a:pt x="1062" y="1843"/>
                  </a:lnTo>
                  <a:lnTo>
                    <a:pt x="468" y="1156"/>
                  </a:lnTo>
                  <a:lnTo>
                    <a:pt x="1031" y="531"/>
                  </a:lnTo>
                  <a:lnTo>
                    <a:pt x="750" y="53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FA1AD1B-A8EB-437D-2084-BD69F923E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4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8D74A5D2-07FD-7679-7219-81BCA038F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1963" y="5008563"/>
              <a:ext cx="282575" cy="473075"/>
            </a:xfrm>
            <a:custGeom>
              <a:avLst/>
              <a:gdLst>
                <a:gd name="T0" fmla="*/ 219 w 783"/>
                <a:gd name="T1" fmla="*/ 219 h 1313"/>
                <a:gd name="T2" fmla="*/ 219 w 783"/>
                <a:gd name="T3" fmla="*/ 219 h 1313"/>
                <a:gd name="T4" fmla="*/ 219 w 783"/>
                <a:gd name="T5" fmla="*/ 0 h 1313"/>
                <a:gd name="T6" fmla="*/ 0 w 783"/>
                <a:gd name="T7" fmla="*/ 0 h 1313"/>
                <a:gd name="T8" fmla="*/ 0 w 783"/>
                <a:gd name="T9" fmla="*/ 1312 h 1313"/>
                <a:gd name="T10" fmla="*/ 219 w 783"/>
                <a:gd name="T11" fmla="*/ 1312 h 1313"/>
                <a:gd name="T12" fmla="*/ 219 w 783"/>
                <a:gd name="T13" fmla="*/ 812 h 1313"/>
                <a:gd name="T14" fmla="*/ 313 w 783"/>
                <a:gd name="T15" fmla="*/ 344 h 1313"/>
                <a:gd name="T16" fmla="*/ 594 w 783"/>
                <a:gd name="T17" fmla="*/ 187 h 1313"/>
                <a:gd name="T18" fmla="*/ 719 w 783"/>
                <a:gd name="T19" fmla="*/ 219 h 1313"/>
                <a:gd name="T20" fmla="*/ 782 w 783"/>
                <a:gd name="T21" fmla="*/ 31 h 1313"/>
                <a:gd name="T22" fmla="*/ 594 w 783"/>
                <a:gd name="T23" fmla="*/ 0 h 1313"/>
                <a:gd name="T24" fmla="*/ 219 w 783"/>
                <a:gd name="T25" fmla="*/ 219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1313">
                  <a:moveTo>
                    <a:pt x="219" y="219"/>
                  </a:moveTo>
                  <a:lnTo>
                    <a:pt x="219" y="219"/>
                  </a:ln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812"/>
                    <a:pt x="219" y="812"/>
                    <a:pt x="219" y="812"/>
                  </a:cubicBezTo>
                  <a:cubicBezTo>
                    <a:pt x="219" y="625"/>
                    <a:pt x="250" y="469"/>
                    <a:pt x="313" y="344"/>
                  </a:cubicBezTo>
                  <a:cubicBezTo>
                    <a:pt x="407" y="250"/>
                    <a:pt x="469" y="187"/>
                    <a:pt x="594" y="187"/>
                  </a:cubicBezTo>
                  <a:cubicBezTo>
                    <a:pt x="625" y="187"/>
                    <a:pt x="688" y="187"/>
                    <a:pt x="719" y="219"/>
                  </a:cubicBezTo>
                  <a:cubicBezTo>
                    <a:pt x="782" y="31"/>
                    <a:pt x="782" y="31"/>
                    <a:pt x="782" y="31"/>
                  </a:cubicBezTo>
                  <a:cubicBezTo>
                    <a:pt x="719" y="0"/>
                    <a:pt x="657" y="0"/>
                    <a:pt x="594" y="0"/>
                  </a:cubicBezTo>
                  <a:cubicBezTo>
                    <a:pt x="438" y="0"/>
                    <a:pt x="282" y="94"/>
                    <a:pt x="219" y="21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10F5A52-FD06-43B8-9D19-1AD1D4DBE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100" y="5008563"/>
              <a:ext cx="371475" cy="473075"/>
            </a:xfrm>
            <a:custGeom>
              <a:avLst/>
              <a:gdLst>
                <a:gd name="T0" fmla="*/ 656 w 1032"/>
                <a:gd name="T1" fmla="*/ 0 h 1313"/>
                <a:gd name="T2" fmla="*/ 656 w 1032"/>
                <a:gd name="T3" fmla="*/ 0 h 1313"/>
                <a:gd name="T4" fmla="*/ 219 w 1032"/>
                <a:gd name="T5" fmla="*/ 250 h 1313"/>
                <a:gd name="T6" fmla="*/ 219 w 1032"/>
                <a:gd name="T7" fmla="*/ 0 h 1313"/>
                <a:gd name="T8" fmla="*/ 0 w 1032"/>
                <a:gd name="T9" fmla="*/ 0 h 1313"/>
                <a:gd name="T10" fmla="*/ 0 w 1032"/>
                <a:gd name="T11" fmla="*/ 1312 h 1313"/>
                <a:gd name="T12" fmla="*/ 219 w 1032"/>
                <a:gd name="T13" fmla="*/ 1312 h 1313"/>
                <a:gd name="T14" fmla="*/ 219 w 1032"/>
                <a:gd name="T15" fmla="*/ 781 h 1313"/>
                <a:gd name="T16" fmla="*/ 312 w 1032"/>
                <a:gd name="T17" fmla="*/ 344 h 1313"/>
                <a:gd name="T18" fmla="*/ 594 w 1032"/>
                <a:gd name="T19" fmla="*/ 187 h 1313"/>
                <a:gd name="T20" fmla="*/ 812 w 1032"/>
                <a:gd name="T21" fmla="*/ 469 h 1313"/>
                <a:gd name="T22" fmla="*/ 812 w 1032"/>
                <a:gd name="T23" fmla="*/ 1312 h 1313"/>
                <a:gd name="T24" fmla="*/ 1031 w 1032"/>
                <a:gd name="T25" fmla="*/ 1312 h 1313"/>
                <a:gd name="T26" fmla="*/ 1031 w 1032"/>
                <a:gd name="T27" fmla="*/ 406 h 1313"/>
                <a:gd name="T28" fmla="*/ 656 w 1032"/>
                <a:gd name="T29" fmla="*/ 0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2" h="1313">
                  <a:moveTo>
                    <a:pt x="656" y="0"/>
                  </a:moveTo>
                  <a:lnTo>
                    <a:pt x="656" y="0"/>
                  </a:lnTo>
                  <a:cubicBezTo>
                    <a:pt x="469" y="0"/>
                    <a:pt x="312" y="62"/>
                    <a:pt x="219" y="25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12"/>
                    <a:pt x="0" y="1312"/>
                    <a:pt x="0" y="1312"/>
                  </a:cubicBezTo>
                  <a:cubicBezTo>
                    <a:pt x="219" y="1312"/>
                    <a:pt x="219" y="1312"/>
                    <a:pt x="219" y="1312"/>
                  </a:cubicBezTo>
                  <a:cubicBezTo>
                    <a:pt x="219" y="781"/>
                    <a:pt x="219" y="781"/>
                    <a:pt x="219" y="781"/>
                  </a:cubicBezTo>
                  <a:cubicBezTo>
                    <a:pt x="219" y="594"/>
                    <a:pt x="250" y="469"/>
                    <a:pt x="312" y="344"/>
                  </a:cubicBezTo>
                  <a:cubicBezTo>
                    <a:pt x="406" y="250"/>
                    <a:pt x="500" y="187"/>
                    <a:pt x="594" y="187"/>
                  </a:cubicBezTo>
                  <a:cubicBezTo>
                    <a:pt x="750" y="187"/>
                    <a:pt x="812" y="281"/>
                    <a:pt x="812" y="469"/>
                  </a:cubicBezTo>
                  <a:cubicBezTo>
                    <a:pt x="812" y="1312"/>
                    <a:pt x="812" y="1312"/>
                    <a:pt x="812" y="1312"/>
                  </a:cubicBezTo>
                  <a:cubicBezTo>
                    <a:pt x="1031" y="1312"/>
                    <a:pt x="1031" y="1312"/>
                    <a:pt x="1031" y="1312"/>
                  </a:cubicBezTo>
                  <a:cubicBezTo>
                    <a:pt x="1031" y="406"/>
                    <a:pt x="1031" y="406"/>
                    <a:pt x="1031" y="406"/>
                  </a:cubicBezTo>
                  <a:cubicBezTo>
                    <a:pt x="1031" y="125"/>
                    <a:pt x="875" y="0"/>
                    <a:pt x="65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A08D4DD-EC92-F9E5-38EF-79CD15006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2438" y="5008563"/>
              <a:ext cx="338137" cy="484187"/>
            </a:xfrm>
            <a:custGeom>
              <a:avLst/>
              <a:gdLst>
                <a:gd name="T0" fmla="*/ 313 w 939"/>
                <a:gd name="T1" fmla="*/ 344 h 1345"/>
                <a:gd name="T2" fmla="*/ 313 w 939"/>
                <a:gd name="T3" fmla="*/ 344 h 1345"/>
                <a:gd name="T4" fmla="*/ 500 w 939"/>
                <a:gd name="T5" fmla="*/ 187 h 1345"/>
                <a:gd name="T6" fmla="*/ 719 w 939"/>
                <a:gd name="T7" fmla="*/ 312 h 1345"/>
                <a:gd name="T8" fmla="*/ 875 w 939"/>
                <a:gd name="T9" fmla="*/ 187 h 1345"/>
                <a:gd name="T10" fmla="*/ 500 w 939"/>
                <a:gd name="T11" fmla="*/ 0 h 1345"/>
                <a:gd name="T12" fmla="*/ 94 w 939"/>
                <a:gd name="T13" fmla="*/ 344 h 1345"/>
                <a:gd name="T14" fmla="*/ 500 w 939"/>
                <a:gd name="T15" fmla="*/ 750 h 1345"/>
                <a:gd name="T16" fmla="*/ 719 w 939"/>
                <a:gd name="T17" fmla="*/ 937 h 1345"/>
                <a:gd name="T18" fmla="*/ 500 w 939"/>
                <a:gd name="T19" fmla="*/ 1156 h 1345"/>
                <a:gd name="T20" fmla="*/ 188 w 939"/>
                <a:gd name="T21" fmla="*/ 875 h 1345"/>
                <a:gd name="T22" fmla="*/ 0 w 939"/>
                <a:gd name="T23" fmla="*/ 1000 h 1345"/>
                <a:gd name="T24" fmla="*/ 500 w 939"/>
                <a:gd name="T25" fmla="*/ 1344 h 1345"/>
                <a:gd name="T26" fmla="*/ 938 w 939"/>
                <a:gd name="T27" fmla="*/ 937 h 1345"/>
                <a:gd name="T28" fmla="*/ 313 w 939"/>
                <a:gd name="T29" fmla="*/ 344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45">
                  <a:moveTo>
                    <a:pt x="313" y="344"/>
                  </a:moveTo>
                  <a:lnTo>
                    <a:pt x="313" y="344"/>
                  </a:lnTo>
                  <a:cubicBezTo>
                    <a:pt x="313" y="250"/>
                    <a:pt x="407" y="187"/>
                    <a:pt x="500" y="187"/>
                  </a:cubicBezTo>
                  <a:cubicBezTo>
                    <a:pt x="563" y="187"/>
                    <a:pt x="657" y="219"/>
                    <a:pt x="719" y="312"/>
                  </a:cubicBezTo>
                  <a:cubicBezTo>
                    <a:pt x="875" y="187"/>
                    <a:pt x="875" y="187"/>
                    <a:pt x="875" y="187"/>
                  </a:cubicBezTo>
                  <a:cubicBezTo>
                    <a:pt x="782" y="62"/>
                    <a:pt x="657" y="0"/>
                    <a:pt x="500" y="0"/>
                  </a:cubicBezTo>
                  <a:cubicBezTo>
                    <a:pt x="250" y="0"/>
                    <a:pt x="94" y="156"/>
                    <a:pt x="94" y="344"/>
                  </a:cubicBezTo>
                  <a:cubicBezTo>
                    <a:pt x="94" y="594"/>
                    <a:pt x="313" y="687"/>
                    <a:pt x="500" y="750"/>
                  </a:cubicBezTo>
                  <a:cubicBezTo>
                    <a:pt x="625" y="781"/>
                    <a:pt x="719" y="844"/>
                    <a:pt x="719" y="937"/>
                  </a:cubicBezTo>
                  <a:cubicBezTo>
                    <a:pt x="719" y="1062"/>
                    <a:pt x="657" y="1156"/>
                    <a:pt x="500" y="1156"/>
                  </a:cubicBezTo>
                  <a:cubicBezTo>
                    <a:pt x="375" y="1156"/>
                    <a:pt x="282" y="1062"/>
                    <a:pt x="188" y="875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4" y="1187"/>
                    <a:pt x="250" y="1344"/>
                    <a:pt x="500" y="1344"/>
                  </a:cubicBezTo>
                  <a:cubicBezTo>
                    <a:pt x="782" y="1344"/>
                    <a:pt x="938" y="1187"/>
                    <a:pt x="938" y="937"/>
                  </a:cubicBezTo>
                  <a:cubicBezTo>
                    <a:pt x="938" y="531"/>
                    <a:pt x="313" y="594"/>
                    <a:pt x="313" y="34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4A4CB26-78C7-379B-F396-06C60E653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500" y="5672138"/>
              <a:ext cx="539750" cy="652462"/>
            </a:xfrm>
            <a:custGeom>
              <a:avLst/>
              <a:gdLst>
                <a:gd name="T0" fmla="*/ 656 w 1501"/>
                <a:gd name="T1" fmla="*/ 0 h 1813"/>
                <a:gd name="T2" fmla="*/ 0 w 1501"/>
                <a:gd name="T3" fmla="*/ 1812 h 1813"/>
                <a:gd name="T4" fmla="*/ 250 w 1501"/>
                <a:gd name="T5" fmla="*/ 1812 h 1813"/>
                <a:gd name="T6" fmla="*/ 406 w 1501"/>
                <a:gd name="T7" fmla="*/ 1312 h 1813"/>
                <a:gd name="T8" fmla="*/ 1094 w 1501"/>
                <a:gd name="T9" fmla="*/ 1312 h 1813"/>
                <a:gd name="T10" fmla="*/ 1250 w 1501"/>
                <a:gd name="T11" fmla="*/ 1812 h 1813"/>
                <a:gd name="T12" fmla="*/ 1500 w 1501"/>
                <a:gd name="T13" fmla="*/ 1812 h 1813"/>
                <a:gd name="T14" fmla="*/ 875 w 1501"/>
                <a:gd name="T15" fmla="*/ 0 h 1813"/>
                <a:gd name="T16" fmla="*/ 656 w 1501"/>
                <a:gd name="T17" fmla="*/ 0 h 1813"/>
                <a:gd name="T18" fmla="*/ 469 w 1501"/>
                <a:gd name="T19" fmla="*/ 1093 h 1813"/>
                <a:gd name="T20" fmla="*/ 750 w 1501"/>
                <a:gd name="T21" fmla="*/ 281 h 1813"/>
                <a:gd name="T22" fmla="*/ 1031 w 1501"/>
                <a:gd name="T23" fmla="*/ 1093 h 1813"/>
                <a:gd name="T24" fmla="*/ 469 w 1501"/>
                <a:gd name="T25" fmla="*/ 1093 h 1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1" h="1813">
                  <a:moveTo>
                    <a:pt x="656" y="0"/>
                  </a:moveTo>
                  <a:lnTo>
                    <a:pt x="0" y="1812"/>
                  </a:lnTo>
                  <a:lnTo>
                    <a:pt x="250" y="1812"/>
                  </a:lnTo>
                  <a:lnTo>
                    <a:pt x="406" y="1312"/>
                  </a:lnTo>
                  <a:lnTo>
                    <a:pt x="1094" y="1312"/>
                  </a:lnTo>
                  <a:lnTo>
                    <a:pt x="1250" y="1812"/>
                  </a:lnTo>
                  <a:lnTo>
                    <a:pt x="1500" y="1812"/>
                  </a:lnTo>
                  <a:lnTo>
                    <a:pt x="875" y="0"/>
                  </a:lnTo>
                  <a:lnTo>
                    <a:pt x="656" y="0"/>
                  </a:lnTo>
                  <a:close/>
                  <a:moveTo>
                    <a:pt x="469" y="1093"/>
                  </a:moveTo>
                  <a:lnTo>
                    <a:pt x="750" y="281"/>
                  </a:lnTo>
                  <a:lnTo>
                    <a:pt x="1031" y="1093"/>
                  </a:lnTo>
                  <a:lnTo>
                    <a:pt x="469" y="1093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80683FC-6603-286F-49B5-3472963CE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250" y="5986463"/>
              <a:ext cx="315913" cy="79375"/>
            </a:xfrm>
            <a:custGeom>
              <a:avLst/>
              <a:gdLst>
                <a:gd name="T0" fmla="*/ 0 w 876"/>
                <a:gd name="T1" fmla="*/ 218 h 219"/>
                <a:gd name="T2" fmla="*/ 875 w 876"/>
                <a:gd name="T3" fmla="*/ 218 h 219"/>
                <a:gd name="T4" fmla="*/ 875 w 876"/>
                <a:gd name="T5" fmla="*/ 0 h 219"/>
                <a:gd name="T6" fmla="*/ 0 w 876"/>
                <a:gd name="T7" fmla="*/ 0 h 219"/>
                <a:gd name="T8" fmla="*/ 0 w 876"/>
                <a:gd name="T9" fmla="*/ 218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6" h="219">
                  <a:moveTo>
                    <a:pt x="0" y="218"/>
                  </a:moveTo>
                  <a:lnTo>
                    <a:pt x="875" y="218"/>
                  </a:lnTo>
                  <a:lnTo>
                    <a:pt x="875" y="0"/>
                  </a:lnTo>
                  <a:lnTo>
                    <a:pt x="0" y="0"/>
                  </a:lnTo>
                  <a:lnTo>
                    <a:pt x="0" y="21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F9FD996-741A-A48D-DD9F-12CFBE652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3" y="5661025"/>
              <a:ext cx="382587" cy="663575"/>
            </a:xfrm>
            <a:custGeom>
              <a:avLst/>
              <a:gdLst>
                <a:gd name="T0" fmla="*/ 1000 w 1063"/>
                <a:gd name="T1" fmla="*/ 532 h 1845"/>
                <a:gd name="T2" fmla="*/ 719 w 1063"/>
                <a:gd name="T3" fmla="*/ 532 h 1845"/>
                <a:gd name="T4" fmla="*/ 219 w 1063"/>
                <a:gd name="T5" fmla="*/ 1094 h 1845"/>
                <a:gd name="T6" fmla="*/ 219 w 1063"/>
                <a:gd name="T7" fmla="*/ 0 h 1845"/>
                <a:gd name="T8" fmla="*/ 0 w 1063"/>
                <a:gd name="T9" fmla="*/ 0 h 1845"/>
                <a:gd name="T10" fmla="*/ 0 w 1063"/>
                <a:gd name="T11" fmla="*/ 1844 h 1845"/>
                <a:gd name="T12" fmla="*/ 219 w 1063"/>
                <a:gd name="T13" fmla="*/ 1844 h 1845"/>
                <a:gd name="T14" fmla="*/ 219 w 1063"/>
                <a:gd name="T15" fmla="*/ 1188 h 1845"/>
                <a:gd name="T16" fmla="*/ 781 w 1063"/>
                <a:gd name="T17" fmla="*/ 1844 h 1845"/>
                <a:gd name="T18" fmla="*/ 1062 w 1063"/>
                <a:gd name="T19" fmla="*/ 1844 h 1845"/>
                <a:gd name="T20" fmla="*/ 437 w 1063"/>
                <a:gd name="T21" fmla="*/ 1125 h 1845"/>
                <a:gd name="T22" fmla="*/ 1000 w 1063"/>
                <a:gd name="T23" fmla="*/ 532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3" h="1845">
                  <a:moveTo>
                    <a:pt x="1000" y="532"/>
                  </a:moveTo>
                  <a:lnTo>
                    <a:pt x="719" y="532"/>
                  </a:lnTo>
                  <a:lnTo>
                    <a:pt x="219" y="1094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1844"/>
                  </a:lnTo>
                  <a:lnTo>
                    <a:pt x="219" y="1844"/>
                  </a:lnTo>
                  <a:lnTo>
                    <a:pt x="219" y="1188"/>
                  </a:lnTo>
                  <a:lnTo>
                    <a:pt x="781" y="1844"/>
                  </a:lnTo>
                  <a:lnTo>
                    <a:pt x="1062" y="1844"/>
                  </a:lnTo>
                  <a:lnTo>
                    <a:pt x="437" y="1125"/>
                  </a:lnTo>
                  <a:lnTo>
                    <a:pt x="1000" y="532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A0FAD41-F59C-2228-EA3F-24886CD39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5840413"/>
              <a:ext cx="371475" cy="495300"/>
            </a:xfrm>
            <a:custGeom>
              <a:avLst/>
              <a:gdLst>
                <a:gd name="T0" fmla="*/ 499 w 1031"/>
                <a:gd name="T1" fmla="*/ 0 h 1376"/>
                <a:gd name="T2" fmla="*/ 499 w 1031"/>
                <a:gd name="T3" fmla="*/ 0 h 1376"/>
                <a:gd name="T4" fmla="*/ 31 w 1031"/>
                <a:gd name="T5" fmla="*/ 375 h 1376"/>
                <a:gd name="T6" fmla="*/ 250 w 1031"/>
                <a:gd name="T7" fmla="*/ 407 h 1376"/>
                <a:gd name="T8" fmla="*/ 499 w 1031"/>
                <a:gd name="T9" fmla="*/ 219 h 1376"/>
                <a:gd name="T10" fmla="*/ 811 w 1031"/>
                <a:gd name="T11" fmla="*/ 469 h 1376"/>
                <a:gd name="T12" fmla="*/ 811 w 1031"/>
                <a:gd name="T13" fmla="*/ 532 h 1376"/>
                <a:gd name="T14" fmla="*/ 592 w 1031"/>
                <a:gd name="T15" fmla="*/ 532 h 1376"/>
                <a:gd name="T16" fmla="*/ 0 w 1031"/>
                <a:gd name="T17" fmla="*/ 969 h 1376"/>
                <a:gd name="T18" fmla="*/ 405 w 1031"/>
                <a:gd name="T19" fmla="*/ 1375 h 1376"/>
                <a:gd name="T20" fmla="*/ 811 w 1031"/>
                <a:gd name="T21" fmla="*/ 1157 h 1376"/>
                <a:gd name="T22" fmla="*/ 842 w 1031"/>
                <a:gd name="T23" fmla="*/ 1344 h 1376"/>
                <a:gd name="T24" fmla="*/ 1030 w 1031"/>
                <a:gd name="T25" fmla="*/ 1344 h 1376"/>
                <a:gd name="T26" fmla="*/ 1030 w 1031"/>
                <a:gd name="T27" fmla="*/ 500 h 1376"/>
                <a:gd name="T28" fmla="*/ 499 w 1031"/>
                <a:gd name="T29" fmla="*/ 0 h 1376"/>
                <a:gd name="T30" fmla="*/ 811 w 1031"/>
                <a:gd name="T31" fmla="*/ 750 h 1376"/>
                <a:gd name="T32" fmla="*/ 811 w 1031"/>
                <a:gd name="T33" fmla="*/ 750 h 1376"/>
                <a:gd name="T34" fmla="*/ 686 w 1031"/>
                <a:gd name="T35" fmla="*/ 1063 h 1376"/>
                <a:gd name="T36" fmla="*/ 436 w 1031"/>
                <a:gd name="T37" fmla="*/ 1157 h 1376"/>
                <a:gd name="T38" fmla="*/ 218 w 1031"/>
                <a:gd name="T39" fmla="*/ 969 h 1376"/>
                <a:gd name="T40" fmla="*/ 561 w 1031"/>
                <a:gd name="T41" fmla="*/ 719 h 1376"/>
                <a:gd name="T42" fmla="*/ 811 w 1031"/>
                <a:gd name="T43" fmla="*/ 719 h 1376"/>
                <a:gd name="T44" fmla="*/ 499 w 1031"/>
                <a:gd name="T45" fmla="*/ 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31" h="1376">
                  <a:moveTo>
                    <a:pt x="499" y="0"/>
                  </a:moveTo>
                  <a:lnTo>
                    <a:pt x="499" y="0"/>
                  </a:lnTo>
                  <a:cubicBezTo>
                    <a:pt x="250" y="0"/>
                    <a:pt x="93" y="157"/>
                    <a:pt x="31" y="375"/>
                  </a:cubicBezTo>
                  <a:cubicBezTo>
                    <a:pt x="250" y="407"/>
                    <a:pt x="250" y="407"/>
                    <a:pt x="250" y="407"/>
                  </a:cubicBezTo>
                  <a:cubicBezTo>
                    <a:pt x="281" y="282"/>
                    <a:pt x="374" y="219"/>
                    <a:pt x="499" y="219"/>
                  </a:cubicBezTo>
                  <a:cubicBezTo>
                    <a:pt x="686" y="219"/>
                    <a:pt x="811" y="313"/>
                    <a:pt x="811" y="469"/>
                  </a:cubicBezTo>
                  <a:cubicBezTo>
                    <a:pt x="811" y="532"/>
                    <a:pt x="811" y="532"/>
                    <a:pt x="811" y="532"/>
                  </a:cubicBezTo>
                  <a:cubicBezTo>
                    <a:pt x="592" y="532"/>
                    <a:pt x="592" y="532"/>
                    <a:pt x="592" y="532"/>
                  </a:cubicBezTo>
                  <a:cubicBezTo>
                    <a:pt x="218" y="532"/>
                    <a:pt x="0" y="688"/>
                    <a:pt x="0" y="969"/>
                  </a:cubicBezTo>
                  <a:cubicBezTo>
                    <a:pt x="0" y="1219"/>
                    <a:pt x="156" y="1375"/>
                    <a:pt x="405" y="1375"/>
                  </a:cubicBezTo>
                  <a:cubicBezTo>
                    <a:pt x="561" y="1375"/>
                    <a:pt x="717" y="1282"/>
                    <a:pt x="811" y="1157"/>
                  </a:cubicBezTo>
                  <a:cubicBezTo>
                    <a:pt x="842" y="1344"/>
                    <a:pt x="842" y="1344"/>
                    <a:pt x="842" y="1344"/>
                  </a:cubicBezTo>
                  <a:cubicBezTo>
                    <a:pt x="1030" y="1344"/>
                    <a:pt x="1030" y="1344"/>
                    <a:pt x="1030" y="1344"/>
                  </a:cubicBezTo>
                  <a:cubicBezTo>
                    <a:pt x="1030" y="500"/>
                    <a:pt x="1030" y="500"/>
                    <a:pt x="1030" y="500"/>
                  </a:cubicBezTo>
                  <a:cubicBezTo>
                    <a:pt x="1030" y="157"/>
                    <a:pt x="811" y="0"/>
                    <a:pt x="499" y="0"/>
                  </a:cubicBezTo>
                  <a:lnTo>
                    <a:pt x="811" y="750"/>
                  </a:lnTo>
                  <a:lnTo>
                    <a:pt x="811" y="750"/>
                  </a:lnTo>
                  <a:cubicBezTo>
                    <a:pt x="811" y="907"/>
                    <a:pt x="749" y="1000"/>
                    <a:pt x="686" y="1063"/>
                  </a:cubicBezTo>
                  <a:cubicBezTo>
                    <a:pt x="624" y="1125"/>
                    <a:pt x="530" y="1157"/>
                    <a:pt x="436" y="1157"/>
                  </a:cubicBezTo>
                  <a:cubicBezTo>
                    <a:pt x="281" y="1157"/>
                    <a:pt x="218" y="1094"/>
                    <a:pt x="218" y="969"/>
                  </a:cubicBezTo>
                  <a:cubicBezTo>
                    <a:pt x="218" y="813"/>
                    <a:pt x="343" y="719"/>
                    <a:pt x="561" y="719"/>
                  </a:cubicBezTo>
                  <a:cubicBezTo>
                    <a:pt x="811" y="719"/>
                    <a:pt x="811" y="719"/>
                    <a:pt x="811" y="719"/>
                  </a:cubicBezTo>
                  <a:lnTo>
                    <a:pt x="499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41A09FD-7B2D-7201-81D4-54DB25E7F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5840413"/>
              <a:ext cx="338138" cy="495300"/>
            </a:xfrm>
            <a:custGeom>
              <a:avLst/>
              <a:gdLst>
                <a:gd name="T0" fmla="*/ 313 w 939"/>
                <a:gd name="T1" fmla="*/ 375 h 1376"/>
                <a:gd name="T2" fmla="*/ 313 w 939"/>
                <a:gd name="T3" fmla="*/ 375 h 1376"/>
                <a:gd name="T4" fmla="*/ 469 w 939"/>
                <a:gd name="T5" fmla="*/ 219 h 1376"/>
                <a:gd name="T6" fmla="*/ 719 w 939"/>
                <a:gd name="T7" fmla="*/ 344 h 1376"/>
                <a:gd name="T8" fmla="*/ 875 w 939"/>
                <a:gd name="T9" fmla="*/ 219 h 1376"/>
                <a:gd name="T10" fmla="*/ 469 w 939"/>
                <a:gd name="T11" fmla="*/ 0 h 1376"/>
                <a:gd name="T12" fmla="*/ 94 w 939"/>
                <a:gd name="T13" fmla="*/ 375 h 1376"/>
                <a:gd name="T14" fmla="*/ 500 w 939"/>
                <a:gd name="T15" fmla="*/ 782 h 1376"/>
                <a:gd name="T16" fmla="*/ 688 w 939"/>
                <a:gd name="T17" fmla="*/ 969 h 1376"/>
                <a:gd name="T18" fmla="*/ 500 w 939"/>
                <a:gd name="T19" fmla="*/ 1157 h 1376"/>
                <a:gd name="T20" fmla="*/ 188 w 939"/>
                <a:gd name="T21" fmla="*/ 907 h 1376"/>
                <a:gd name="T22" fmla="*/ 0 w 939"/>
                <a:gd name="T23" fmla="*/ 1000 h 1376"/>
                <a:gd name="T24" fmla="*/ 500 w 939"/>
                <a:gd name="T25" fmla="*/ 1375 h 1376"/>
                <a:gd name="T26" fmla="*/ 938 w 939"/>
                <a:gd name="T27" fmla="*/ 938 h 1376"/>
                <a:gd name="T28" fmla="*/ 313 w 939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9" h="1376">
                  <a:moveTo>
                    <a:pt x="313" y="375"/>
                  </a:moveTo>
                  <a:lnTo>
                    <a:pt x="313" y="375"/>
                  </a:lnTo>
                  <a:cubicBezTo>
                    <a:pt x="313" y="282"/>
                    <a:pt x="375" y="219"/>
                    <a:pt x="469" y="219"/>
                  </a:cubicBezTo>
                  <a:cubicBezTo>
                    <a:pt x="563" y="219"/>
                    <a:pt x="625" y="250"/>
                    <a:pt x="719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25" y="0"/>
                    <a:pt x="469" y="0"/>
                  </a:cubicBezTo>
                  <a:cubicBezTo>
                    <a:pt x="250" y="0"/>
                    <a:pt x="94" y="157"/>
                    <a:pt x="94" y="375"/>
                  </a:cubicBezTo>
                  <a:cubicBezTo>
                    <a:pt x="94" y="625"/>
                    <a:pt x="313" y="719"/>
                    <a:pt x="500" y="782"/>
                  </a:cubicBezTo>
                  <a:cubicBezTo>
                    <a:pt x="594" y="813"/>
                    <a:pt x="688" y="875"/>
                    <a:pt x="688" y="969"/>
                  </a:cubicBezTo>
                  <a:cubicBezTo>
                    <a:pt x="688" y="1094"/>
                    <a:pt x="625" y="1157"/>
                    <a:pt x="500" y="1157"/>
                  </a:cubicBezTo>
                  <a:cubicBezTo>
                    <a:pt x="344" y="1157"/>
                    <a:pt x="250" y="1094"/>
                    <a:pt x="188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63" y="1219"/>
                    <a:pt x="250" y="1375"/>
                    <a:pt x="500" y="1375"/>
                  </a:cubicBezTo>
                  <a:cubicBezTo>
                    <a:pt x="750" y="1375"/>
                    <a:pt x="938" y="1219"/>
                    <a:pt x="938" y="938"/>
                  </a:cubicBezTo>
                  <a:cubicBezTo>
                    <a:pt x="938" y="563"/>
                    <a:pt x="313" y="594"/>
                    <a:pt x="313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6296480-029D-94DD-4241-29AAB2963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8388" y="5840413"/>
              <a:ext cx="338137" cy="495300"/>
            </a:xfrm>
            <a:custGeom>
              <a:avLst/>
              <a:gdLst>
                <a:gd name="T0" fmla="*/ 312 w 938"/>
                <a:gd name="T1" fmla="*/ 375 h 1376"/>
                <a:gd name="T2" fmla="*/ 312 w 938"/>
                <a:gd name="T3" fmla="*/ 375 h 1376"/>
                <a:gd name="T4" fmla="*/ 468 w 938"/>
                <a:gd name="T5" fmla="*/ 219 h 1376"/>
                <a:gd name="T6" fmla="*/ 718 w 938"/>
                <a:gd name="T7" fmla="*/ 344 h 1376"/>
                <a:gd name="T8" fmla="*/ 875 w 938"/>
                <a:gd name="T9" fmla="*/ 219 h 1376"/>
                <a:gd name="T10" fmla="*/ 500 w 938"/>
                <a:gd name="T11" fmla="*/ 0 h 1376"/>
                <a:gd name="T12" fmla="*/ 93 w 938"/>
                <a:gd name="T13" fmla="*/ 375 h 1376"/>
                <a:gd name="T14" fmla="*/ 500 w 938"/>
                <a:gd name="T15" fmla="*/ 782 h 1376"/>
                <a:gd name="T16" fmla="*/ 718 w 938"/>
                <a:gd name="T17" fmla="*/ 969 h 1376"/>
                <a:gd name="T18" fmla="*/ 500 w 938"/>
                <a:gd name="T19" fmla="*/ 1157 h 1376"/>
                <a:gd name="T20" fmla="*/ 187 w 938"/>
                <a:gd name="T21" fmla="*/ 907 h 1376"/>
                <a:gd name="T22" fmla="*/ 0 w 938"/>
                <a:gd name="T23" fmla="*/ 1000 h 1376"/>
                <a:gd name="T24" fmla="*/ 500 w 938"/>
                <a:gd name="T25" fmla="*/ 1375 h 1376"/>
                <a:gd name="T26" fmla="*/ 937 w 938"/>
                <a:gd name="T27" fmla="*/ 938 h 1376"/>
                <a:gd name="T28" fmla="*/ 312 w 938"/>
                <a:gd name="T29" fmla="*/ 37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8" h="1376">
                  <a:moveTo>
                    <a:pt x="312" y="375"/>
                  </a:moveTo>
                  <a:lnTo>
                    <a:pt x="312" y="375"/>
                  </a:lnTo>
                  <a:cubicBezTo>
                    <a:pt x="312" y="282"/>
                    <a:pt x="375" y="219"/>
                    <a:pt x="468" y="219"/>
                  </a:cubicBezTo>
                  <a:cubicBezTo>
                    <a:pt x="562" y="219"/>
                    <a:pt x="625" y="250"/>
                    <a:pt x="718" y="344"/>
                  </a:cubicBezTo>
                  <a:cubicBezTo>
                    <a:pt x="875" y="219"/>
                    <a:pt x="875" y="219"/>
                    <a:pt x="875" y="219"/>
                  </a:cubicBezTo>
                  <a:cubicBezTo>
                    <a:pt x="781" y="63"/>
                    <a:pt x="656" y="0"/>
                    <a:pt x="500" y="0"/>
                  </a:cubicBezTo>
                  <a:cubicBezTo>
                    <a:pt x="249" y="0"/>
                    <a:pt x="93" y="157"/>
                    <a:pt x="93" y="375"/>
                  </a:cubicBezTo>
                  <a:cubicBezTo>
                    <a:pt x="93" y="625"/>
                    <a:pt x="312" y="719"/>
                    <a:pt x="500" y="782"/>
                  </a:cubicBezTo>
                  <a:cubicBezTo>
                    <a:pt x="625" y="813"/>
                    <a:pt x="718" y="875"/>
                    <a:pt x="718" y="969"/>
                  </a:cubicBezTo>
                  <a:cubicBezTo>
                    <a:pt x="718" y="1094"/>
                    <a:pt x="625" y="1157"/>
                    <a:pt x="500" y="1157"/>
                  </a:cubicBezTo>
                  <a:cubicBezTo>
                    <a:pt x="375" y="1157"/>
                    <a:pt x="249" y="1094"/>
                    <a:pt x="187" y="907"/>
                  </a:cubicBezTo>
                  <a:cubicBezTo>
                    <a:pt x="0" y="1000"/>
                    <a:pt x="0" y="1000"/>
                    <a:pt x="0" y="1000"/>
                  </a:cubicBezTo>
                  <a:cubicBezTo>
                    <a:pt x="93" y="1219"/>
                    <a:pt x="249" y="1375"/>
                    <a:pt x="500" y="1375"/>
                  </a:cubicBezTo>
                  <a:cubicBezTo>
                    <a:pt x="750" y="1375"/>
                    <a:pt x="937" y="1219"/>
                    <a:pt x="937" y="938"/>
                  </a:cubicBezTo>
                  <a:cubicBezTo>
                    <a:pt x="937" y="563"/>
                    <a:pt x="312" y="594"/>
                    <a:pt x="312" y="3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6EB635CC-F5BE-3DF7-A633-979E7F2AD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1613" y="868363"/>
              <a:ext cx="2947987" cy="3622675"/>
            </a:xfrm>
            <a:custGeom>
              <a:avLst/>
              <a:gdLst>
                <a:gd name="T0" fmla="*/ 4093 w 8188"/>
                <a:gd name="T1" fmla="*/ 1625 h 10062"/>
                <a:gd name="T2" fmla="*/ 6905 w 8188"/>
                <a:gd name="T3" fmla="*/ 10061 h 10062"/>
                <a:gd name="T4" fmla="*/ 8187 w 8188"/>
                <a:gd name="T5" fmla="*/ 10061 h 10062"/>
                <a:gd name="T6" fmla="*/ 4687 w 8188"/>
                <a:gd name="T7" fmla="*/ 0 h 10062"/>
                <a:gd name="T8" fmla="*/ 3500 w 8188"/>
                <a:gd name="T9" fmla="*/ 0 h 10062"/>
                <a:gd name="T10" fmla="*/ 0 w 8188"/>
                <a:gd name="T11" fmla="*/ 10061 h 10062"/>
                <a:gd name="T12" fmla="*/ 1281 w 8188"/>
                <a:gd name="T13" fmla="*/ 10061 h 10062"/>
                <a:gd name="T14" fmla="*/ 4093 w 8188"/>
                <a:gd name="T15" fmla="*/ 1625 h 10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88" h="10062">
                  <a:moveTo>
                    <a:pt x="4093" y="1625"/>
                  </a:moveTo>
                  <a:lnTo>
                    <a:pt x="6905" y="10061"/>
                  </a:lnTo>
                  <a:lnTo>
                    <a:pt x="8187" y="10061"/>
                  </a:lnTo>
                  <a:lnTo>
                    <a:pt x="4687" y="0"/>
                  </a:lnTo>
                  <a:lnTo>
                    <a:pt x="3500" y="0"/>
                  </a:lnTo>
                  <a:lnTo>
                    <a:pt x="0" y="10061"/>
                  </a:lnTo>
                  <a:lnTo>
                    <a:pt x="1281" y="10061"/>
                  </a:lnTo>
                  <a:lnTo>
                    <a:pt x="4093" y="162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64A4EEB-AC6A-16C5-8A15-A70EAE7EC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0638" y="2770188"/>
              <a:ext cx="3295650" cy="1068387"/>
            </a:xfrm>
            <a:custGeom>
              <a:avLst/>
              <a:gdLst>
                <a:gd name="T0" fmla="*/ 4593 w 9156"/>
                <a:gd name="T1" fmla="*/ 2968 h 2969"/>
                <a:gd name="T2" fmla="*/ 4593 w 9156"/>
                <a:gd name="T3" fmla="*/ 2968 h 2969"/>
                <a:gd name="T4" fmla="*/ 0 w 9156"/>
                <a:gd name="T5" fmla="*/ 813 h 2969"/>
                <a:gd name="T6" fmla="*/ 1000 w 9156"/>
                <a:gd name="T7" fmla="*/ 0 h 2969"/>
                <a:gd name="T8" fmla="*/ 4593 w 9156"/>
                <a:gd name="T9" fmla="*/ 1688 h 2969"/>
                <a:gd name="T10" fmla="*/ 8187 w 9156"/>
                <a:gd name="T11" fmla="*/ 0 h 2969"/>
                <a:gd name="T12" fmla="*/ 9155 w 9156"/>
                <a:gd name="T13" fmla="*/ 813 h 2969"/>
                <a:gd name="T14" fmla="*/ 4593 w 9156"/>
                <a:gd name="T15" fmla="*/ 2968 h 2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56" h="2969">
                  <a:moveTo>
                    <a:pt x="4593" y="2968"/>
                  </a:moveTo>
                  <a:lnTo>
                    <a:pt x="4593" y="2968"/>
                  </a:lnTo>
                  <a:cubicBezTo>
                    <a:pt x="2813" y="2968"/>
                    <a:pt x="1156" y="2188"/>
                    <a:pt x="0" y="813"/>
                  </a:cubicBezTo>
                  <a:cubicBezTo>
                    <a:pt x="1000" y="0"/>
                    <a:pt x="1000" y="0"/>
                    <a:pt x="1000" y="0"/>
                  </a:cubicBezTo>
                  <a:cubicBezTo>
                    <a:pt x="1875" y="1063"/>
                    <a:pt x="3188" y="1688"/>
                    <a:pt x="4593" y="1688"/>
                  </a:cubicBezTo>
                  <a:cubicBezTo>
                    <a:pt x="5999" y="1688"/>
                    <a:pt x="7312" y="1063"/>
                    <a:pt x="8187" y="0"/>
                  </a:cubicBezTo>
                  <a:cubicBezTo>
                    <a:pt x="9155" y="813"/>
                    <a:pt x="9155" y="813"/>
                    <a:pt x="9155" y="813"/>
                  </a:cubicBezTo>
                  <a:cubicBezTo>
                    <a:pt x="8030" y="2188"/>
                    <a:pt x="6374" y="2968"/>
                    <a:pt x="4593" y="2968"/>
                  </a:cubicBez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8D8E98C1-2795-B68A-1FFB-5F97C32C1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0545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57487C04-62D3-FA25-1F6D-87B37D10B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638" y="5008563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DC02E64-E96A-7702-AA0D-5B8509F57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9765" y="5856056"/>
              <a:ext cx="427037" cy="484187"/>
            </a:xfrm>
            <a:custGeom>
              <a:avLst/>
              <a:gdLst>
                <a:gd name="T0" fmla="*/ 1156 w 1188"/>
                <a:gd name="T1" fmla="*/ 969 h 1345"/>
                <a:gd name="T2" fmla="*/ 1156 w 1188"/>
                <a:gd name="T3" fmla="*/ 969 h 1345"/>
                <a:gd name="T4" fmla="*/ 969 w 1188"/>
                <a:gd name="T5" fmla="*/ 906 h 1345"/>
                <a:gd name="T6" fmla="*/ 594 w 1188"/>
                <a:gd name="T7" fmla="*/ 1156 h 1345"/>
                <a:gd name="T8" fmla="*/ 219 w 1188"/>
                <a:gd name="T9" fmla="*/ 719 h 1345"/>
                <a:gd name="T10" fmla="*/ 1187 w 1188"/>
                <a:gd name="T11" fmla="*/ 719 h 1345"/>
                <a:gd name="T12" fmla="*/ 1187 w 1188"/>
                <a:gd name="T13" fmla="*/ 625 h 1345"/>
                <a:gd name="T14" fmla="*/ 1031 w 1188"/>
                <a:gd name="T15" fmla="*/ 156 h 1345"/>
                <a:gd name="T16" fmla="*/ 594 w 1188"/>
                <a:gd name="T17" fmla="*/ 0 h 1345"/>
                <a:gd name="T18" fmla="*/ 156 w 1188"/>
                <a:gd name="T19" fmla="*/ 187 h 1345"/>
                <a:gd name="T20" fmla="*/ 0 w 1188"/>
                <a:gd name="T21" fmla="*/ 656 h 1345"/>
                <a:gd name="T22" fmla="*/ 156 w 1188"/>
                <a:gd name="T23" fmla="*/ 1156 h 1345"/>
                <a:gd name="T24" fmla="*/ 594 w 1188"/>
                <a:gd name="T25" fmla="*/ 1344 h 1345"/>
                <a:gd name="T26" fmla="*/ 1156 w 1188"/>
                <a:gd name="T27" fmla="*/ 969 h 1345"/>
                <a:gd name="T28" fmla="*/ 594 w 1188"/>
                <a:gd name="T29" fmla="*/ 187 h 1345"/>
                <a:gd name="T30" fmla="*/ 594 w 1188"/>
                <a:gd name="T31" fmla="*/ 187 h 1345"/>
                <a:gd name="T32" fmla="*/ 969 w 1188"/>
                <a:gd name="T33" fmla="*/ 500 h 1345"/>
                <a:gd name="T34" fmla="*/ 250 w 1188"/>
                <a:gd name="T35" fmla="*/ 500 h 1345"/>
                <a:gd name="T36" fmla="*/ 594 w 1188"/>
                <a:gd name="T37" fmla="*/ 187 h 1345"/>
                <a:gd name="T38" fmla="*/ 1156 w 1188"/>
                <a:gd name="T39" fmla="*/ 969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88" h="1345">
                  <a:moveTo>
                    <a:pt x="1156" y="969"/>
                  </a:moveTo>
                  <a:lnTo>
                    <a:pt x="1156" y="969"/>
                  </a:lnTo>
                  <a:cubicBezTo>
                    <a:pt x="969" y="906"/>
                    <a:pt x="969" y="906"/>
                    <a:pt x="969" y="906"/>
                  </a:cubicBezTo>
                  <a:cubicBezTo>
                    <a:pt x="906" y="1062"/>
                    <a:pt x="781" y="1156"/>
                    <a:pt x="594" y="1156"/>
                  </a:cubicBezTo>
                  <a:cubicBezTo>
                    <a:pt x="375" y="1156"/>
                    <a:pt x="250" y="969"/>
                    <a:pt x="219" y="719"/>
                  </a:cubicBezTo>
                  <a:cubicBezTo>
                    <a:pt x="1187" y="719"/>
                    <a:pt x="1187" y="719"/>
                    <a:pt x="1187" y="719"/>
                  </a:cubicBezTo>
                  <a:cubicBezTo>
                    <a:pt x="1187" y="625"/>
                    <a:pt x="1187" y="625"/>
                    <a:pt x="1187" y="625"/>
                  </a:cubicBezTo>
                  <a:cubicBezTo>
                    <a:pt x="1187" y="437"/>
                    <a:pt x="1156" y="281"/>
                    <a:pt x="1031" y="156"/>
                  </a:cubicBezTo>
                  <a:cubicBezTo>
                    <a:pt x="937" y="62"/>
                    <a:pt x="781" y="0"/>
                    <a:pt x="594" y="0"/>
                  </a:cubicBezTo>
                  <a:cubicBezTo>
                    <a:pt x="406" y="0"/>
                    <a:pt x="281" y="62"/>
                    <a:pt x="156" y="187"/>
                  </a:cubicBezTo>
                  <a:cubicBezTo>
                    <a:pt x="62" y="312"/>
                    <a:pt x="0" y="469"/>
                    <a:pt x="0" y="656"/>
                  </a:cubicBezTo>
                  <a:cubicBezTo>
                    <a:pt x="0" y="844"/>
                    <a:pt x="62" y="1000"/>
                    <a:pt x="156" y="1156"/>
                  </a:cubicBezTo>
                  <a:cubicBezTo>
                    <a:pt x="281" y="1281"/>
                    <a:pt x="406" y="1344"/>
                    <a:pt x="594" y="1344"/>
                  </a:cubicBezTo>
                  <a:cubicBezTo>
                    <a:pt x="875" y="1344"/>
                    <a:pt x="1031" y="1250"/>
                    <a:pt x="1156" y="969"/>
                  </a:cubicBezTo>
                  <a:lnTo>
                    <a:pt x="594" y="187"/>
                  </a:lnTo>
                  <a:lnTo>
                    <a:pt x="594" y="187"/>
                  </a:lnTo>
                  <a:cubicBezTo>
                    <a:pt x="812" y="187"/>
                    <a:pt x="937" y="312"/>
                    <a:pt x="969" y="500"/>
                  </a:cubicBezTo>
                  <a:cubicBezTo>
                    <a:pt x="250" y="500"/>
                    <a:pt x="250" y="500"/>
                    <a:pt x="250" y="500"/>
                  </a:cubicBezTo>
                  <a:cubicBezTo>
                    <a:pt x="281" y="312"/>
                    <a:pt x="406" y="187"/>
                    <a:pt x="594" y="187"/>
                  </a:cubicBezTo>
                  <a:lnTo>
                    <a:pt x="1156" y="96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 dirty="0">
                <a:latin typeface="Apercu" panose="02000506040000020004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0047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Slide - Ude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62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1">
            <a:extLst>
              <a:ext uri="{FF2B5EF4-FFF2-40B4-BE49-F238E27FC236}">
                <a16:creationId xmlns:a16="http://schemas.microsoft.com/office/drawing/2014/main" id="{EE69CCDD-44AC-7498-394F-E722D902A98A}"/>
              </a:ext>
            </a:extLst>
          </p:cNvPr>
          <p:cNvSpPr txBox="1"/>
          <p:nvPr userDrawn="1"/>
        </p:nvSpPr>
        <p:spPr>
          <a:xfrm>
            <a:off x="177381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Ikon_001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F8E855D8-FAA6-BF9C-552D-92D96F32C7BF}"/>
              </a:ext>
            </a:extLst>
          </p:cNvPr>
          <p:cNvSpPr txBox="1"/>
          <p:nvPr userDrawn="1"/>
        </p:nvSpPr>
        <p:spPr>
          <a:xfrm>
            <a:off x="177381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Ikon_018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A2D1C78B-5DD0-1471-A933-08C3CA42B952}"/>
              </a:ext>
            </a:extLst>
          </p:cNvPr>
          <p:cNvSpPr txBox="1"/>
          <p:nvPr userDrawn="1"/>
        </p:nvSpPr>
        <p:spPr>
          <a:xfrm>
            <a:off x="177381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Ikon_035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745945A4-2B93-E07D-E447-E70C439C4BD5}"/>
              </a:ext>
            </a:extLst>
          </p:cNvPr>
          <p:cNvSpPr txBox="1"/>
          <p:nvPr userDrawn="1"/>
        </p:nvSpPr>
        <p:spPr>
          <a:xfrm>
            <a:off x="177381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Ikon_052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00C19F63-5ED3-E92D-EB0D-78D422D151A3}"/>
              </a:ext>
            </a:extLst>
          </p:cNvPr>
          <p:cNvSpPr txBox="1"/>
          <p:nvPr userDrawn="1"/>
        </p:nvSpPr>
        <p:spPr>
          <a:xfrm>
            <a:off x="177381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Ikon_069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D241DB7F-0E7E-9E4C-C99E-979F1972FEF4}"/>
              </a:ext>
            </a:extLst>
          </p:cNvPr>
          <p:cNvSpPr txBox="1"/>
          <p:nvPr userDrawn="1"/>
        </p:nvSpPr>
        <p:spPr>
          <a:xfrm>
            <a:off x="177381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Ikon_086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7C596E40-887D-512A-7548-B80D27E5803C}"/>
              </a:ext>
            </a:extLst>
          </p:cNvPr>
          <p:cNvSpPr txBox="1"/>
          <p:nvPr userDrawn="1"/>
        </p:nvSpPr>
        <p:spPr>
          <a:xfrm>
            <a:off x="177381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Ikon_103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78742317-8BDD-261C-07E0-9476C49FB379}"/>
              </a:ext>
            </a:extLst>
          </p:cNvPr>
          <p:cNvSpPr txBox="1"/>
          <p:nvPr userDrawn="1"/>
        </p:nvSpPr>
        <p:spPr>
          <a:xfrm>
            <a:off x="177381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Ikon_120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7974E8D3-AEA4-3AD6-7894-F916EAE7D7B4}"/>
              </a:ext>
            </a:extLst>
          </p:cNvPr>
          <p:cNvSpPr txBox="1"/>
          <p:nvPr userDrawn="1"/>
        </p:nvSpPr>
        <p:spPr>
          <a:xfrm>
            <a:off x="839467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Ikon_002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DEB26E38-4FBC-709C-8D0F-72A8F1CB1EC3}"/>
              </a:ext>
            </a:extLst>
          </p:cNvPr>
          <p:cNvSpPr txBox="1"/>
          <p:nvPr userDrawn="1"/>
        </p:nvSpPr>
        <p:spPr>
          <a:xfrm>
            <a:off x="839467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Ikon_019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202D767A-1A3A-D5C4-AEA5-40E5B846D20E}"/>
              </a:ext>
            </a:extLst>
          </p:cNvPr>
          <p:cNvSpPr txBox="1"/>
          <p:nvPr userDrawn="1"/>
        </p:nvSpPr>
        <p:spPr>
          <a:xfrm>
            <a:off x="839467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Ikon_036</a:t>
            </a: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97E0CAFA-7E47-A373-7290-C419019F52BC}"/>
              </a:ext>
            </a:extLst>
          </p:cNvPr>
          <p:cNvSpPr txBox="1"/>
          <p:nvPr userDrawn="1"/>
        </p:nvSpPr>
        <p:spPr>
          <a:xfrm>
            <a:off x="839467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Ikon_053</a:t>
            </a: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EA690A9F-E8E3-AE53-5297-73E8FE7C959F}"/>
              </a:ext>
            </a:extLst>
          </p:cNvPr>
          <p:cNvSpPr txBox="1"/>
          <p:nvPr userDrawn="1"/>
        </p:nvSpPr>
        <p:spPr>
          <a:xfrm>
            <a:off x="839467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Ikon_070</a:t>
            </a:r>
          </a:p>
        </p:txBody>
      </p:sp>
      <p:sp>
        <p:nvSpPr>
          <p:cNvPr id="15" name="Tekstfelt 14">
            <a:extLst>
              <a:ext uri="{FF2B5EF4-FFF2-40B4-BE49-F238E27FC236}">
                <a16:creationId xmlns:a16="http://schemas.microsoft.com/office/drawing/2014/main" id="{547784BA-2B71-6EE3-CAC6-BD85EB74A225}"/>
              </a:ext>
            </a:extLst>
          </p:cNvPr>
          <p:cNvSpPr txBox="1"/>
          <p:nvPr userDrawn="1"/>
        </p:nvSpPr>
        <p:spPr>
          <a:xfrm>
            <a:off x="839467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Ikon_087</a:t>
            </a:r>
          </a:p>
        </p:txBody>
      </p:sp>
      <p:sp>
        <p:nvSpPr>
          <p:cNvPr id="16" name="Tekstfelt 15">
            <a:extLst>
              <a:ext uri="{FF2B5EF4-FFF2-40B4-BE49-F238E27FC236}">
                <a16:creationId xmlns:a16="http://schemas.microsoft.com/office/drawing/2014/main" id="{47C4F322-E39F-B022-9DB2-D1D41E0ED786}"/>
              </a:ext>
            </a:extLst>
          </p:cNvPr>
          <p:cNvSpPr txBox="1"/>
          <p:nvPr userDrawn="1"/>
        </p:nvSpPr>
        <p:spPr>
          <a:xfrm>
            <a:off x="839467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Ikon_104</a:t>
            </a:r>
          </a:p>
        </p:txBody>
      </p:sp>
      <p:sp>
        <p:nvSpPr>
          <p:cNvPr id="17" name="Tekstfelt 16">
            <a:extLst>
              <a:ext uri="{FF2B5EF4-FFF2-40B4-BE49-F238E27FC236}">
                <a16:creationId xmlns:a16="http://schemas.microsoft.com/office/drawing/2014/main" id="{78B52106-355B-E8CB-F7B9-9A09A3A949B8}"/>
              </a:ext>
            </a:extLst>
          </p:cNvPr>
          <p:cNvSpPr txBox="1"/>
          <p:nvPr userDrawn="1"/>
        </p:nvSpPr>
        <p:spPr>
          <a:xfrm>
            <a:off x="839467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Ikon_121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3AB9DC81-B5D3-D6EE-02B1-4E6A3004E4EA}"/>
              </a:ext>
            </a:extLst>
          </p:cNvPr>
          <p:cNvSpPr txBox="1"/>
          <p:nvPr userDrawn="1"/>
        </p:nvSpPr>
        <p:spPr>
          <a:xfrm>
            <a:off x="1501554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Ikon_003</a:t>
            </a:r>
          </a:p>
        </p:txBody>
      </p:sp>
      <p:sp>
        <p:nvSpPr>
          <p:cNvPr id="19" name="Tekstfelt 18">
            <a:extLst>
              <a:ext uri="{FF2B5EF4-FFF2-40B4-BE49-F238E27FC236}">
                <a16:creationId xmlns:a16="http://schemas.microsoft.com/office/drawing/2014/main" id="{F2CB9868-EC8B-8832-B1F3-BB5316BCD194}"/>
              </a:ext>
            </a:extLst>
          </p:cNvPr>
          <p:cNvSpPr txBox="1"/>
          <p:nvPr userDrawn="1"/>
        </p:nvSpPr>
        <p:spPr>
          <a:xfrm>
            <a:off x="1501554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Ikon_020</a:t>
            </a: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20E55EE9-9745-0B42-4AF5-7F054DCA0960}"/>
              </a:ext>
            </a:extLst>
          </p:cNvPr>
          <p:cNvSpPr txBox="1"/>
          <p:nvPr userDrawn="1"/>
        </p:nvSpPr>
        <p:spPr>
          <a:xfrm>
            <a:off x="1501554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Ikon_037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431AF988-A519-B197-5B67-F442B0A58CFF}"/>
              </a:ext>
            </a:extLst>
          </p:cNvPr>
          <p:cNvSpPr txBox="1"/>
          <p:nvPr userDrawn="1"/>
        </p:nvSpPr>
        <p:spPr>
          <a:xfrm>
            <a:off x="1501554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Ikon_054</a:t>
            </a: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1E396D1B-2FC8-17EF-6388-6F1A8980E522}"/>
              </a:ext>
            </a:extLst>
          </p:cNvPr>
          <p:cNvSpPr txBox="1"/>
          <p:nvPr userDrawn="1"/>
        </p:nvSpPr>
        <p:spPr>
          <a:xfrm>
            <a:off x="1501554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Ikon_071</a:t>
            </a:r>
          </a:p>
        </p:txBody>
      </p:sp>
      <p:sp>
        <p:nvSpPr>
          <p:cNvPr id="23" name="Tekstfelt 22">
            <a:extLst>
              <a:ext uri="{FF2B5EF4-FFF2-40B4-BE49-F238E27FC236}">
                <a16:creationId xmlns:a16="http://schemas.microsoft.com/office/drawing/2014/main" id="{1011AE08-537A-E6FB-6594-93477260537A}"/>
              </a:ext>
            </a:extLst>
          </p:cNvPr>
          <p:cNvSpPr txBox="1"/>
          <p:nvPr userDrawn="1"/>
        </p:nvSpPr>
        <p:spPr>
          <a:xfrm>
            <a:off x="1501554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Ikon_088</a:t>
            </a:r>
          </a:p>
        </p:txBody>
      </p:sp>
      <p:sp>
        <p:nvSpPr>
          <p:cNvPr id="24" name="Tekstfelt 23">
            <a:extLst>
              <a:ext uri="{FF2B5EF4-FFF2-40B4-BE49-F238E27FC236}">
                <a16:creationId xmlns:a16="http://schemas.microsoft.com/office/drawing/2014/main" id="{BC4B374C-884E-BD76-F298-D24D960CB79A}"/>
              </a:ext>
            </a:extLst>
          </p:cNvPr>
          <p:cNvSpPr txBox="1"/>
          <p:nvPr userDrawn="1"/>
        </p:nvSpPr>
        <p:spPr>
          <a:xfrm>
            <a:off x="1501554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Ikon_105</a:t>
            </a:r>
          </a:p>
        </p:txBody>
      </p:sp>
      <p:sp>
        <p:nvSpPr>
          <p:cNvPr id="25" name="Tekstfelt 24">
            <a:extLst>
              <a:ext uri="{FF2B5EF4-FFF2-40B4-BE49-F238E27FC236}">
                <a16:creationId xmlns:a16="http://schemas.microsoft.com/office/drawing/2014/main" id="{8E369C88-664D-F5F1-713B-6EE9ABE3AE9C}"/>
              </a:ext>
            </a:extLst>
          </p:cNvPr>
          <p:cNvSpPr txBox="1"/>
          <p:nvPr userDrawn="1"/>
        </p:nvSpPr>
        <p:spPr>
          <a:xfrm>
            <a:off x="1501554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Ikon_122</a:t>
            </a:r>
          </a:p>
        </p:txBody>
      </p:sp>
      <p:sp>
        <p:nvSpPr>
          <p:cNvPr id="26" name="Tekstfelt 25">
            <a:extLst>
              <a:ext uri="{FF2B5EF4-FFF2-40B4-BE49-F238E27FC236}">
                <a16:creationId xmlns:a16="http://schemas.microsoft.com/office/drawing/2014/main" id="{4790AA73-C0EF-C798-D8BD-8060E93FD5C4}"/>
              </a:ext>
            </a:extLst>
          </p:cNvPr>
          <p:cNvSpPr txBox="1"/>
          <p:nvPr userDrawn="1"/>
        </p:nvSpPr>
        <p:spPr>
          <a:xfrm>
            <a:off x="2163640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Ikon_004</a:t>
            </a:r>
          </a:p>
        </p:txBody>
      </p:sp>
      <p:sp>
        <p:nvSpPr>
          <p:cNvPr id="27" name="Tekstfelt 26">
            <a:extLst>
              <a:ext uri="{FF2B5EF4-FFF2-40B4-BE49-F238E27FC236}">
                <a16:creationId xmlns:a16="http://schemas.microsoft.com/office/drawing/2014/main" id="{59925363-1C3B-B712-3814-81C3BE9B46E5}"/>
              </a:ext>
            </a:extLst>
          </p:cNvPr>
          <p:cNvSpPr txBox="1"/>
          <p:nvPr userDrawn="1"/>
        </p:nvSpPr>
        <p:spPr>
          <a:xfrm>
            <a:off x="2163640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Ikon_021</a:t>
            </a:r>
          </a:p>
        </p:txBody>
      </p:sp>
      <p:sp>
        <p:nvSpPr>
          <p:cNvPr id="28" name="Tekstfelt 27">
            <a:extLst>
              <a:ext uri="{FF2B5EF4-FFF2-40B4-BE49-F238E27FC236}">
                <a16:creationId xmlns:a16="http://schemas.microsoft.com/office/drawing/2014/main" id="{DFF53FD1-C55B-8518-9072-70328F67FC00}"/>
              </a:ext>
            </a:extLst>
          </p:cNvPr>
          <p:cNvSpPr txBox="1"/>
          <p:nvPr userDrawn="1"/>
        </p:nvSpPr>
        <p:spPr>
          <a:xfrm>
            <a:off x="2163640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Ikon_038</a:t>
            </a:r>
          </a:p>
        </p:txBody>
      </p:sp>
      <p:sp>
        <p:nvSpPr>
          <p:cNvPr id="29" name="Tekstfelt 28">
            <a:extLst>
              <a:ext uri="{FF2B5EF4-FFF2-40B4-BE49-F238E27FC236}">
                <a16:creationId xmlns:a16="http://schemas.microsoft.com/office/drawing/2014/main" id="{11CF68EC-CCEE-ED74-5807-EFA3F3910557}"/>
              </a:ext>
            </a:extLst>
          </p:cNvPr>
          <p:cNvSpPr txBox="1"/>
          <p:nvPr userDrawn="1"/>
        </p:nvSpPr>
        <p:spPr>
          <a:xfrm>
            <a:off x="2163640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Ikon_055</a:t>
            </a:r>
          </a:p>
        </p:txBody>
      </p:sp>
      <p:sp>
        <p:nvSpPr>
          <p:cNvPr id="30" name="Tekstfelt 29">
            <a:extLst>
              <a:ext uri="{FF2B5EF4-FFF2-40B4-BE49-F238E27FC236}">
                <a16:creationId xmlns:a16="http://schemas.microsoft.com/office/drawing/2014/main" id="{250BF860-324A-B608-FA97-09B3A4D985CF}"/>
              </a:ext>
            </a:extLst>
          </p:cNvPr>
          <p:cNvSpPr txBox="1"/>
          <p:nvPr userDrawn="1"/>
        </p:nvSpPr>
        <p:spPr>
          <a:xfrm>
            <a:off x="2163640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Ikon_072</a:t>
            </a:r>
          </a:p>
        </p:txBody>
      </p:sp>
      <p:sp>
        <p:nvSpPr>
          <p:cNvPr id="31" name="Tekstfelt 30">
            <a:extLst>
              <a:ext uri="{FF2B5EF4-FFF2-40B4-BE49-F238E27FC236}">
                <a16:creationId xmlns:a16="http://schemas.microsoft.com/office/drawing/2014/main" id="{3C4F12E8-808B-BE8B-2EDB-904D69A3EADE}"/>
              </a:ext>
            </a:extLst>
          </p:cNvPr>
          <p:cNvSpPr txBox="1"/>
          <p:nvPr userDrawn="1"/>
        </p:nvSpPr>
        <p:spPr>
          <a:xfrm>
            <a:off x="2163640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Ikon_089</a:t>
            </a:r>
          </a:p>
        </p:txBody>
      </p:sp>
      <p:sp>
        <p:nvSpPr>
          <p:cNvPr id="32" name="Tekstfelt 31">
            <a:extLst>
              <a:ext uri="{FF2B5EF4-FFF2-40B4-BE49-F238E27FC236}">
                <a16:creationId xmlns:a16="http://schemas.microsoft.com/office/drawing/2014/main" id="{BBD270BE-A1D3-7ADB-D937-40A9AE179327}"/>
              </a:ext>
            </a:extLst>
          </p:cNvPr>
          <p:cNvSpPr txBox="1"/>
          <p:nvPr userDrawn="1"/>
        </p:nvSpPr>
        <p:spPr>
          <a:xfrm>
            <a:off x="2163640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Ikon_106</a:t>
            </a:r>
          </a:p>
        </p:txBody>
      </p:sp>
      <p:sp>
        <p:nvSpPr>
          <p:cNvPr id="33" name="Tekstfelt 32">
            <a:extLst>
              <a:ext uri="{FF2B5EF4-FFF2-40B4-BE49-F238E27FC236}">
                <a16:creationId xmlns:a16="http://schemas.microsoft.com/office/drawing/2014/main" id="{540FCDB1-5027-7E2B-00F8-CC75B3720D0A}"/>
              </a:ext>
            </a:extLst>
          </p:cNvPr>
          <p:cNvSpPr txBox="1"/>
          <p:nvPr userDrawn="1"/>
        </p:nvSpPr>
        <p:spPr>
          <a:xfrm>
            <a:off x="2163640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Ikon_123</a:t>
            </a:r>
          </a:p>
        </p:txBody>
      </p:sp>
      <p:sp>
        <p:nvSpPr>
          <p:cNvPr id="34" name="Tekstfelt 33">
            <a:extLst>
              <a:ext uri="{FF2B5EF4-FFF2-40B4-BE49-F238E27FC236}">
                <a16:creationId xmlns:a16="http://schemas.microsoft.com/office/drawing/2014/main" id="{053E3BC3-9BCA-C280-6007-8673AB35F109}"/>
              </a:ext>
            </a:extLst>
          </p:cNvPr>
          <p:cNvSpPr txBox="1"/>
          <p:nvPr userDrawn="1"/>
        </p:nvSpPr>
        <p:spPr>
          <a:xfrm>
            <a:off x="2825727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Ikon_005</a:t>
            </a:r>
          </a:p>
        </p:txBody>
      </p:sp>
      <p:sp>
        <p:nvSpPr>
          <p:cNvPr id="35" name="Tekstfelt 34">
            <a:extLst>
              <a:ext uri="{FF2B5EF4-FFF2-40B4-BE49-F238E27FC236}">
                <a16:creationId xmlns:a16="http://schemas.microsoft.com/office/drawing/2014/main" id="{8BF216E0-B1BA-BFB2-2A38-836B0C05D36A}"/>
              </a:ext>
            </a:extLst>
          </p:cNvPr>
          <p:cNvSpPr txBox="1"/>
          <p:nvPr userDrawn="1"/>
        </p:nvSpPr>
        <p:spPr>
          <a:xfrm>
            <a:off x="2825727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Ikon_022</a:t>
            </a:r>
          </a:p>
        </p:txBody>
      </p:sp>
      <p:sp>
        <p:nvSpPr>
          <p:cNvPr id="36" name="Tekstfelt 35">
            <a:extLst>
              <a:ext uri="{FF2B5EF4-FFF2-40B4-BE49-F238E27FC236}">
                <a16:creationId xmlns:a16="http://schemas.microsoft.com/office/drawing/2014/main" id="{7DD90629-9654-A47A-18DC-011DDE8A1AB5}"/>
              </a:ext>
            </a:extLst>
          </p:cNvPr>
          <p:cNvSpPr txBox="1"/>
          <p:nvPr userDrawn="1"/>
        </p:nvSpPr>
        <p:spPr>
          <a:xfrm>
            <a:off x="2825727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Ikon_039</a:t>
            </a:r>
          </a:p>
        </p:txBody>
      </p:sp>
      <p:sp>
        <p:nvSpPr>
          <p:cNvPr id="37" name="Tekstfelt 36">
            <a:extLst>
              <a:ext uri="{FF2B5EF4-FFF2-40B4-BE49-F238E27FC236}">
                <a16:creationId xmlns:a16="http://schemas.microsoft.com/office/drawing/2014/main" id="{B20FAB31-B2DE-7686-BFE1-7432DBFC39C9}"/>
              </a:ext>
            </a:extLst>
          </p:cNvPr>
          <p:cNvSpPr txBox="1"/>
          <p:nvPr userDrawn="1"/>
        </p:nvSpPr>
        <p:spPr>
          <a:xfrm>
            <a:off x="2825727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Ikon_056</a:t>
            </a:r>
          </a:p>
        </p:txBody>
      </p:sp>
      <p:sp>
        <p:nvSpPr>
          <p:cNvPr id="38" name="Tekstfelt 37">
            <a:extLst>
              <a:ext uri="{FF2B5EF4-FFF2-40B4-BE49-F238E27FC236}">
                <a16:creationId xmlns:a16="http://schemas.microsoft.com/office/drawing/2014/main" id="{41AF0182-4E6A-4838-D971-B34DF9A5878A}"/>
              </a:ext>
            </a:extLst>
          </p:cNvPr>
          <p:cNvSpPr txBox="1"/>
          <p:nvPr userDrawn="1"/>
        </p:nvSpPr>
        <p:spPr>
          <a:xfrm>
            <a:off x="2825727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Ikon_073</a:t>
            </a:r>
          </a:p>
        </p:txBody>
      </p:sp>
      <p:sp>
        <p:nvSpPr>
          <p:cNvPr id="39" name="Tekstfelt 38">
            <a:extLst>
              <a:ext uri="{FF2B5EF4-FFF2-40B4-BE49-F238E27FC236}">
                <a16:creationId xmlns:a16="http://schemas.microsoft.com/office/drawing/2014/main" id="{FDFF67F8-CB77-9243-39D4-9C6801EBF683}"/>
              </a:ext>
            </a:extLst>
          </p:cNvPr>
          <p:cNvSpPr txBox="1"/>
          <p:nvPr userDrawn="1"/>
        </p:nvSpPr>
        <p:spPr>
          <a:xfrm>
            <a:off x="2825727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Ikon_090</a:t>
            </a:r>
          </a:p>
        </p:txBody>
      </p:sp>
      <p:sp>
        <p:nvSpPr>
          <p:cNvPr id="40" name="Tekstfelt 39">
            <a:extLst>
              <a:ext uri="{FF2B5EF4-FFF2-40B4-BE49-F238E27FC236}">
                <a16:creationId xmlns:a16="http://schemas.microsoft.com/office/drawing/2014/main" id="{B70B7A5E-F4DC-2233-C281-6A65C8D12CB4}"/>
              </a:ext>
            </a:extLst>
          </p:cNvPr>
          <p:cNvSpPr txBox="1"/>
          <p:nvPr userDrawn="1"/>
        </p:nvSpPr>
        <p:spPr>
          <a:xfrm>
            <a:off x="2825727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Ikon_107</a:t>
            </a:r>
          </a:p>
        </p:txBody>
      </p:sp>
      <p:sp>
        <p:nvSpPr>
          <p:cNvPr id="41" name="Tekstfelt 40">
            <a:extLst>
              <a:ext uri="{FF2B5EF4-FFF2-40B4-BE49-F238E27FC236}">
                <a16:creationId xmlns:a16="http://schemas.microsoft.com/office/drawing/2014/main" id="{B00AB2C9-BA37-766C-35B8-046DE565D580}"/>
              </a:ext>
            </a:extLst>
          </p:cNvPr>
          <p:cNvSpPr txBox="1"/>
          <p:nvPr userDrawn="1"/>
        </p:nvSpPr>
        <p:spPr>
          <a:xfrm>
            <a:off x="2825727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Ikon_124</a:t>
            </a:r>
          </a:p>
        </p:txBody>
      </p:sp>
      <p:sp>
        <p:nvSpPr>
          <p:cNvPr id="42" name="Tekstfelt 41">
            <a:extLst>
              <a:ext uri="{FF2B5EF4-FFF2-40B4-BE49-F238E27FC236}">
                <a16:creationId xmlns:a16="http://schemas.microsoft.com/office/drawing/2014/main" id="{FBBEDA1B-6F05-0E96-A596-4AD32898A72F}"/>
              </a:ext>
            </a:extLst>
          </p:cNvPr>
          <p:cNvSpPr txBox="1"/>
          <p:nvPr userDrawn="1"/>
        </p:nvSpPr>
        <p:spPr>
          <a:xfrm>
            <a:off x="3487813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Ikon_006</a:t>
            </a:r>
          </a:p>
        </p:txBody>
      </p:sp>
      <p:sp>
        <p:nvSpPr>
          <p:cNvPr id="43" name="Tekstfelt 42">
            <a:extLst>
              <a:ext uri="{FF2B5EF4-FFF2-40B4-BE49-F238E27FC236}">
                <a16:creationId xmlns:a16="http://schemas.microsoft.com/office/drawing/2014/main" id="{C3D790DD-DE9E-6414-B8EE-13AB53F4636E}"/>
              </a:ext>
            </a:extLst>
          </p:cNvPr>
          <p:cNvSpPr txBox="1"/>
          <p:nvPr userDrawn="1"/>
        </p:nvSpPr>
        <p:spPr>
          <a:xfrm>
            <a:off x="3487813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Ikon_023</a:t>
            </a:r>
          </a:p>
        </p:txBody>
      </p:sp>
      <p:sp>
        <p:nvSpPr>
          <p:cNvPr id="44" name="Tekstfelt 43">
            <a:extLst>
              <a:ext uri="{FF2B5EF4-FFF2-40B4-BE49-F238E27FC236}">
                <a16:creationId xmlns:a16="http://schemas.microsoft.com/office/drawing/2014/main" id="{AF14FD6F-735E-B122-E030-2B420CFBC700}"/>
              </a:ext>
            </a:extLst>
          </p:cNvPr>
          <p:cNvSpPr txBox="1"/>
          <p:nvPr userDrawn="1"/>
        </p:nvSpPr>
        <p:spPr>
          <a:xfrm>
            <a:off x="3487813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Ikon_040</a:t>
            </a:r>
          </a:p>
        </p:txBody>
      </p:sp>
      <p:sp>
        <p:nvSpPr>
          <p:cNvPr id="45" name="Tekstfelt 44">
            <a:extLst>
              <a:ext uri="{FF2B5EF4-FFF2-40B4-BE49-F238E27FC236}">
                <a16:creationId xmlns:a16="http://schemas.microsoft.com/office/drawing/2014/main" id="{09AA706E-1134-4D3D-F290-942FDC4D067B}"/>
              </a:ext>
            </a:extLst>
          </p:cNvPr>
          <p:cNvSpPr txBox="1"/>
          <p:nvPr userDrawn="1"/>
        </p:nvSpPr>
        <p:spPr>
          <a:xfrm>
            <a:off x="3487813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Ikon_057</a:t>
            </a:r>
          </a:p>
        </p:txBody>
      </p:sp>
      <p:sp>
        <p:nvSpPr>
          <p:cNvPr id="46" name="Tekstfelt 45">
            <a:extLst>
              <a:ext uri="{FF2B5EF4-FFF2-40B4-BE49-F238E27FC236}">
                <a16:creationId xmlns:a16="http://schemas.microsoft.com/office/drawing/2014/main" id="{41A4582E-2CF9-A1B2-E9A2-DA6AC45448E8}"/>
              </a:ext>
            </a:extLst>
          </p:cNvPr>
          <p:cNvSpPr txBox="1"/>
          <p:nvPr userDrawn="1"/>
        </p:nvSpPr>
        <p:spPr>
          <a:xfrm>
            <a:off x="3487813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Ikon_074</a:t>
            </a:r>
          </a:p>
        </p:txBody>
      </p:sp>
      <p:sp>
        <p:nvSpPr>
          <p:cNvPr id="47" name="Tekstfelt 46">
            <a:extLst>
              <a:ext uri="{FF2B5EF4-FFF2-40B4-BE49-F238E27FC236}">
                <a16:creationId xmlns:a16="http://schemas.microsoft.com/office/drawing/2014/main" id="{2FE2C1E0-6FD5-4686-E8DF-53CF9546A2B3}"/>
              </a:ext>
            </a:extLst>
          </p:cNvPr>
          <p:cNvSpPr txBox="1"/>
          <p:nvPr userDrawn="1"/>
        </p:nvSpPr>
        <p:spPr>
          <a:xfrm>
            <a:off x="3487813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Ikon_091</a:t>
            </a:r>
          </a:p>
        </p:txBody>
      </p:sp>
      <p:sp>
        <p:nvSpPr>
          <p:cNvPr id="48" name="Tekstfelt 47">
            <a:extLst>
              <a:ext uri="{FF2B5EF4-FFF2-40B4-BE49-F238E27FC236}">
                <a16:creationId xmlns:a16="http://schemas.microsoft.com/office/drawing/2014/main" id="{A4BBF089-F075-A303-D218-31DFB40228A7}"/>
              </a:ext>
            </a:extLst>
          </p:cNvPr>
          <p:cNvSpPr txBox="1"/>
          <p:nvPr userDrawn="1"/>
        </p:nvSpPr>
        <p:spPr>
          <a:xfrm>
            <a:off x="3487813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Ikon_108</a:t>
            </a:r>
          </a:p>
        </p:txBody>
      </p:sp>
      <p:sp>
        <p:nvSpPr>
          <p:cNvPr id="49" name="Tekstfelt 48">
            <a:extLst>
              <a:ext uri="{FF2B5EF4-FFF2-40B4-BE49-F238E27FC236}">
                <a16:creationId xmlns:a16="http://schemas.microsoft.com/office/drawing/2014/main" id="{BFF79673-2158-472A-2844-8D15947BEDEB}"/>
              </a:ext>
            </a:extLst>
          </p:cNvPr>
          <p:cNvSpPr txBox="1"/>
          <p:nvPr userDrawn="1"/>
        </p:nvSpPr>
        <p:spPr>
          <a:xfrm>
            <a:off x="3487813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Ikon_125</a:t>
            </a:r>
          </a:p>
        </p:txBody>
      </p:sp>
      <p:sp>
        <p:nvSpPr>
          <p:cNvPr id="50" name="Tekstfelt 49">
            <a:extLst>
              <a:ext uri="{FF2B5EF4-FFF2-40B4-BE49-F238E27FC236}">
                <a16:creationId xmlns:a16="http://schemas.microsoft.com/office/drawing/2014/main" id="{1281F214-D8BB-8D76-F470-9ED0A85D6A75}"/>
              </a:ext>
            </a:extLst>
          </p:cNvPr>
          <p:cNvSpPr txBox="1"/>
          <p:nvPr userDrawn="1"/>
        </p:nvSpPr>
        <p:spPr>
          <a:xfrm>
            <a:off x="4149900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Ikon_007</a:t>
            </a:r>
          </a:p>
        </p:txBody>
      </p:sp>
      <p:sp>
        <p:nvSpPr>
          <p:cNvPr id="51" name="Tekstfelt 50">
            <a:extLst>
              <a:ext uri="{FF2B5EF4-FFF2-40B4-BE49-F238E27FC236}">
                <a16:creationId xmlns:a16="http://schemas.microsoft.com/office/drawing/2014/main" id="{C48007D2-0ED6-162C-329D-AEB5E60659D6}"/>
              </a:ext>
            </a:extLst>
          </p:cNvPr>
          <p:cNvSpPr txBox="1"/>
          <p:nvPr userDrawn="1"/>
        </p:nvSpPr>
        <p:spPr>
          <a:xfrm>
            <a:off x="4149900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Ikon_024</a:t>
            </a:r>
          </a:p>
        </p:txBody>
      </p:sp>
      <p:sp>
        <p:nvSpPr>
          <p:cNvPr id="52" name="Tekstfelt 51">
            <a:extLst>
              <a:ext uri="{FF2B5EF4-FFF2-40B4-BE49-F238E27FC236}">
                <a16:creationId xmlns:a16="http://schemas.microsoft.com/office/drawing/2014/main" id="{A0F1B4BA-3DDD-B49C-F22D-C15DE93F1CF5}"/>
              </a:ext>
            </a:extLst>
          </p:cNvPr>
          <p:cNvSpPr txBox="1"/>
          <p:nvPr userDrawn="1"/>
        </p:nvSpPr>
        <p:spPr>
          <a:xfrm>
            <a:off x="4149900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Ikon_041</a:t>
            </a:r>
          </a:p>
        </p:txBody>
      </p:sp>
      <p:sp>
        <p:nvSpPr>
          <p:cNvPr id="53" name="Tekstfelt 52">
            <a:extLst>
              <a:ext uri="{FF2B5EF4-FFF2-40B4-BE49-F238E27FC236}">
                <a16:creationId xmlns:a16="http://schemas.microsoft.com/office/drawing/2014/main" id="{09A1F587-78C5-DA40-5FBE-A1246721894C}"/>
              </a:ext>
            </a:extLst>
          </p:cNvPr>
          <p:cNvSpPr txBox="1"/>
          <p:nvPr userDrawn="1"/>
        </p:nvSpPr>
        <p:spPr>
          <a:xfrm>
            <a:off x="4149900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Ikon_058</a:t>
            </a:r>
          </a:p>
        </p:txBody>
      </p:sp>
      <p:sp>
        <p:nvSpPr>
          <p:cNvPr id="54" name="Tekstfelt 53">
            <a:extLst>
              <a:ext uri="{FF2B5EF4-FFF2-40B4-BE49-F238E27FC236}">
                <a16:creationId xmlns:a16="http://schemas.microsoft.com/office/drawing/2014/main" id="{1FA0CB63-497A-6292-6240-CD2578348D1E}"/>
              </a:ext>
            </a:extLst>
          </p:cNvPr>
          <p:cNvSpPr txBox="1"/>
          <p:nvPr userDrawn="1"/>
        </p:nvSpPr>
        <p:spPr>
          <a:xfrm>
            <a:off x="4149900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Ikon_075</a:t>
            </a:r>
          </a:p>
        </p:txBody>
      </p:sp>
      <p:sp>
        <p:nvSpPr>
          <p:cNvPr id="55" name="Tekstfelt 54">
            <a:extLst>
              <a:ext uri="{FF2B5EF4-FFF2-40B4-BE49-F238E27FC236}">
                <a16:creationId xmlns:a16="http://schemas.microsoft.com/office/drawing/2014/main" id="{7495A5D7-5945-4BB3-778D-EC1D721A648C}"/>
              </a:ext>
            </a:extLst>
          </p:cNvPr>
          <p:cNvSpPr txBox="1"/>
          <p:nvPr userDrawn="1"/>
        </p:nvSpPr>
        <p:spPr>
          <a:xfrm>
            <a:off x="4149900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Ikon_092</a:t>
            </a:r>
          </a:p>
        </p:txBody>
      </p:sp>
      <p:sp>
        <p:nvSpPr>
          <p:cNvPr id="56" name="Tekstfelt 55">
            <a:extLst>
              <a:ext uri="{FF2B5EF4-FFF2-40B4-BE49-F238E27FC236}">
                <a16:creationId xmlns:a16="http://schemas.microsoft.com/office/drawing/2014/main" id="{5E50B880-322F-02B3-8E14-431B9070C8F7}"/>
              </a:ext>
            </a:extLst>
          </p:cNvPr>
          <p:cNvSpPr txBox="1"/>
          <p:nvPr userDrawn="1"/>
        </p:nvSpPr>
        <p:spPr>
          <a:xfrm>
            <a:off x="4149900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Ikon_109</a:t>
            </a:r>
          </a:p>
        </p:txBody>
      </p:sp>
      <p:sp>
        <p:nvSpPr>
          <p:cNvPr id="57" name="Tekstfelt 56">
            <a:extLst>
              <a:ext uri="{FF2B5EF4-FFF2-40B4-BE49-F238E27FC236}">
                <a16:creationId xmlns:a16="http://schemas.microsoft.com/office/drawing/2014/main" id="{F4BCEAD5-7148-1713-D9AB-0AECE9C85B89}"/>
              </a:ext>
            </a:extLst>
          </p:cNvPr>
          <p:cNvSpPr txBox="1"/>
          <p:nvPr userDrawn="1"/>
        </p:nvSpPr>
        <p:spPr>
          <a:xfrm>
            <a:off x="4149900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Ikon_126</a:t>
            </a:r>
          </a:p>
        </p:txBody>
      </p:sp>
      <p:sp>
        <p:nvSpPr>
          <p:cNvPr id="58" name="Tekstfelt 57">
            <a:extLst>
              <a:ext uri="{FF2B5EF4-FFF2-40B4-BE49-F238E27FC236}">
                <a16:creationId xmlns:a16="http://schemas.microsoft.com/office/drawing/2014/main" id="{DD3FC4B9-D81B-2469-7FBD-4A170180F897}"/>
              </a:ext>
            </a:extLst>
          </p:cNvPr>
          <p:cNvSpPr txBox="1"/>
          <p:nvPr userDrawn="1"/>
        </p:nvSpPr>
        <p:spPr>
          <a:xfrm>
            <a:off x="4811987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Ikon_008</a:t>
            </a:r>
          </a:p>
        </p:txBody>
      </p:sp>
      <p:sp>
        <p:nvSpPr>
          <p:cNvPr id="59" name="Tekstfelt 58">
            <a:extLst>
              <a:ext uri="{FF2B5EF4-FFF2-40B4-BE49-F238E27FC236}">
                <a16:creationId xmlns:a16="http://schemas.microsoft.com/office/drawing/2014/main" id="{B9CB4746-6796-E367-3006-287189CAD139}"/>
              </a:ext>
            </a:extLst>
          </p:cNvPr>
          <p:cNvSpPr txBox="1"/>
          <p:nvPr userDrawn="1"/>
        </p:nvSpPr>
        <p:spPr>
          <a:xfrm>
            <a:off x="4811987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Ikon_025</a:t>
            </a:r>
          </a:p>
        </p:txBody>
      </p:sp>
      <p:sp>
        <p:nvSpPr>
          <p:cNvPr id="60" name="Tekstfelt 59">
            <a:extLst>
              <a:ext uri="{FF2B5EF4-FFF2-40B4-BE49-F238E27FC236}">
                <a16:creationId xmlns:a16="http://schemas.microsoft.com/office/drawing/2014/main" id="{719472DA-A177-CAC6-FF99-CCAE9F27C4C8}"/>
              </a:ext>
            </a:extLst>
          </p:cNvPr>
          <p:cNvSpPr txBox="1"/>
          <p:nvPr userDrawn="1"/>
        </p:nvSpPr>
        <p:spPr>
          <a:xfrm>
            <a:off x="4811987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Ikon_042</a:t>
            </a:r>
          </a:p>
        </p:txBody>
      </p:sp>
      <p:sp>
        <p:nvSpPr>
          <p:cNvPr id="61" name="Tekstfelt 60">
            <a:extLst>
              <a:ext uri="{FF2B5EF4-FFF2-40B4-BE49-F238E27FC236}">
                <a16:creationId xmlns:a16="http://schemas.microsoft.com/office/drawing/2014/main" id="{E1316F12-6396-07FA-6EC3-690B3CF0BD57}"/>
              </a:ext>
            </a:extLst>
          </p:cNvPr>
          <p:cNvSpPr txBox="1"/>
          <p:nvPr userDrawn="1"/>
        </p:nvSpPr>
        <p:spPr>
          <a:xfrm>
            <a:off x="4811987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Ikon_059</a:t>
            </a:r>
          </a:p>
        </p:txBody>
      </p:sp>
      <p:sp>
        <p:nvSpPr>
          <p:cNvPr id="62" name="Tekstfelt 61">
            <a:extLst>
              <a:ext uri="{FF2B5EF4-FFF2-40B4-BE49-F238E27FC236}">
                <a16:creationId xmlns:a16="http://schemas.microsoft.com/office/drawing/2014/main" id="{2119933C-24E0-BB58-7316-7B06910EA727}"/>
              </a:ext>
            </a:extLst>
          </p:cNvPr>
          <p:cNvSpPr txBox="1"/>
          <p:nvPr userDrawn="1"/>
        </p:nvSpPr>
        <p:spPr>
          <a:xfrm>
            <a:off x="4811987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Ikon_076</a:t>
            </a:r>
          </a:p>
        </p:txBody>
      </p:sp>
      <p:sp>
        <p:nvSpPr>
          <p:cNvPr id="63" name="Tekstfelt 62">
            <a:extLst>
              <a:ext uri="{FF2B5EF4-FFF2-40B4-BE49-F238E27FC236}">
                <a16:creationId xmlns:a16="http://schemas.microsoft.com/office/drawing/2014/main" id="{5738D4A7-032E-FBC5-A7F2-C67A7B196DAC}"/>
              </a:ext>
            </a:extLst>
          </p:cNvPr>
          <p:cNvSpPr txBox="1"/>
          <p:nvPr userDrawn="1"/>
        </p:nvSpPr>
        <p:spPr>
          <a:xfrm>
            <a:off x="4811987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Ikon_093</a:t>
            </a:r>
          </a:p>
        </p:txBody>
      </p:sp>
      <p:sp>
        <p:nvSpPr>
          <p:cNvPr id="64" name="Tekstfelt 63">
            <a:extLst>
              <a:ext uri="{FF2B5EF4-FFF2-40B4-BE49-F238E27FC236}">
                <a16:creationId xmlns:a16="http://schemas.microsoft.com/office/drawing/2014/main" id="{4B82D264-B439-DB8B-9B76-8852B761BC7C}"/>
              </a:ext>
            </a:extLst>
          </p:cNvPr>
          <p:cNvSpPr txBox="1"/>
          <p:nvPr userDrawn="1"/>
        </p:nvSpPr>
        <p:spPr>
          <a:xfrm>
            <a:off x="4811987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Ikon_110</a:t>
            </a:r>
          </a:p>
        </p:txBody>
      </p:sp>
      <p:sp>
        <p:nvSpPr>
          <p:cNvPr id="65" name="Tekstfelt 64">
            <a:extLst>
              <a:ext uri="{FF2B5EF4-FFF2-40B4-BE49-F238E27FC236}">
                <a16:creationId xmlns:a16="http://schemas.microsoft.com/office/drawing/2014/main" id="{966F2039-D931-A441-BBB4-270CCA0070AE}"/>
              </a:ext>
            </a:extLst>
          </p:cNvPr>
          <p:cNvSpPr txBox="1"/>
          <p:nvPr userDrawn="1"/>
        </p:nvSpPr>
        <p:spPr>
          <a:xfrm>
            <a:off x="4811987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Ikon_127</a:t>
            </a:r>
          </a:p>
        </p:txBody>
      </p:sp>
      <p:sp>
        <p:nvSpPr>
          <p:cNvPr id="66" name="Tekstfelt 65">
            <a:extLst>
              <a:ext uri="{FF2B5EF4-FFF2-40B4-BE49-F238E27FC236}">
                <a16:creationId xmlns:a16="http://schemas.microsoft.com/office/drawing/2014/main" id="{2CB48C07-3984-0F30-828A-FBD7B632F8B2}"/>
              </a:ext>
            </a:extLst>
          </p:cNvPr>
          <p:cNvSpPr txBox="1"/>
          <p:nvPr userDrawn="1"/>
        </p:nvSpPr>
        <p:spPr>
          <a:xfrm>
            <a:off x="5474073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Ikon_009</a:t>
            </a:r>
          </a:p>
        </p:txBody>
      </p:sp>
      <p:sp>
        <p:nvSpPr>
          <p:cNvPr id="67" name="Tekstfelt 66">
            <a:extLst>
              <a:ext uri="{FF2B5EF4-FFF2-40B4-BE49-F238E27FC236}">
                <a16:creationId xmlns:a16="http://schemas.microsoft.com/office/drawing/2014/main" id="{A80F1788-1818-04AF-48A6-D0CFD2F088F3}"/>
              </a:ext>
            </a:extLst>
          </p:cNvPr>
          <p:cNvSpPr txBox="1"/>
          <p:nvPr userDrawn="1"/>
        </p:nvSpPr>
        <p:spPr>
          <a:xfrm>
            <a:off x="5474073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Ikon_026</a:t>
            </a:r>
          </a:p>
        </p:txBody>
      </p:sp>
      <p:sp>
        <p:nvSpPr>
          <p:cNvPr id="68" name="Tekstfelt 67">
            <a:extLst>
              <a:ext uri="{FF2B5EF4-FFF2-40B4-BE49-F238E27FC236}">
                <a16:creationId xmlns:a16="http://schemas.microsoft.com/office/drawing/2014/main" id="{3C9BF6A0-72AA-E3D5-25E8-4852193EB21E}"/>
              </a:ext>
            </a:extLst>
          </p:cNvPr>
          <p:cNvSpPr txBox="1"/>
          <p:nvPr userDrawn="1"/>
        </p:nvSpPr>
        <p:spPr>
          <a:xfrm>
            <a:off x="5474073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Ikon_043</a:t>
            </a:r>
          </a:p>
        </p:txBody>
      </p:sp>
      <p:sp>
        <p:nvSpPr>
          <p:cNvPr id="69" name="Tekstfelt 68">
            <a:extLst>
              <a:ext uri="{FF2B5EF4-FFF2-40B4-BE49-F238E27FC236}">
                <a16:creationId xmlns:a16="http://schemas.microsoft.com/office/drawing/2014/main" id="{EEAF0057-1F46-C8FE-9922-634FE49C10EF}"/>
              </a:ext>
            </a:extLst>
          </p:cNvPr>
          <p:cNvSpPr txBox="1"/>
          <p:nvPr userDrawn="1"/>
        </p:nvSpPr>
        <p:spPr>
          <a:xfrm>
            <a:off x="5474073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Ikon_060</a:t>
            </a:r>
          </a:p>
        </p:txBody>
      </p:sp>
      <p:sp>
        <p:nvSpPr>
          <p:cNvPr id="70" name="Tekstfelt 69">
            <a:extLst>
              <a:ext uri="{FF2B5EF4-FFF2-40B4-BE49-F238E27FC236}">
                <a16:creationId xmlns:a16="http://schemas.microsoft.com/office/drawing/2014/main" id="{7659F624-8881-E098-51B6-B2A04C4DF4DE}"/>
              </a:ext>
            </a:extLst>
          </p:cNvPr>
          <p:cNvSpPr txBox="1"/>
          <p:nvPr userDrawn="1"/>
        </p:nvSpPr>
        <p:spPr>
          <a:xfrm>
            <a:off x="5474073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Ikon_077</a:t>
            </a:r>
          </a:p>
        </p:txBody>
      </p:sp>
      <p:sp>
        <p:nvSpPr>
          <p:cNvPr id="71" name="Tekstfelt 70">
            <a:extLst>
              <a:ext uri="{FF2B5EF4-FFF2-40B4-BE49-F238E27FC236}">
                <a16:creationId xmlns:a16="http://schemas.microsoft.com/office/drawing/2014/main" id="{626B6245-E02D-8108-65F9-ADF7F888D953}"/>
              </a:ext>
            </a:extLst>
          </p:cNvPr>
          <p:cNvSpPr txBox="1"/>
          <p:nvPr userDrawn="1"/>
        </p:nvSpPr>
        <p:spPr>
          <a:xfrm>
            <a:off x="5474073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Ikon_094</a:t>
            </a:r>
          </a:p>
        </p:txBody>
      </p:sp>
      <p:sp>
        <p:nvSpPr>
          <p:cNvPr id="72" name="Tekstfelt 71">
            <a:extLst>
              <a:ext uri="{FF2B5EF4-FFF2-40B4-BE49-F238E27FC236}">
                <a16:creationId xmlns:a16="http://schemas.microsoft.com/office/drawing/2014/main" id="{270222A5-C836-9469-0248-7A20C6F61EE8}"/>
              </a:ext>
            </a:extLst>
          </p:cNvPr>
          <p:cNvSpPr txBox="1"/>
          <p:nvPr userDrawn="1"/>
        </p:nvSpPr>
        <p:spPr>
          <a:xfrm>
            <a:off x="5474073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Ikon_111</a:t>
            </a:r>
          </a:p>
        </p:txBody>
      </p:sp>
      <p:sp>
        <p:nvSpPr>
          <p:cNvPr id="73" name="Tekstfelt 72">
            <a:extLst>
              <a:ext uri="{FF2B5EF4-FFF2-40B4-BE49-F238E27FC236}">
                <a16:creationId xmlns:a16="http://schemas.microsoft.com/office/drawing/2014/main" id="{1131B855-F482-0B0D-6D70-84F1234456E5}"/>
              </a:ext>
            </a:extLst>
          </p:cNvPr>
          <p:cNvSpPr txBox="1"/>
          <p:nvPr userDrawn="1"/>
        </p:nvSpPr>
        <p:spPr>
          <a:xfrm>
            <a:off x="5474073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Ikon_128</a:t>
            </a:r>
          </a:p>
        </p:txBody>
      </p:sp>
      <p:sp>
        <p:nvSpPr>
          <p:cNvPr id="74" name="Tekstfelt 73">
            <a:extLst>
              <a:ext uri="{FF2B5EF4-FFF2-40B4-BE49-F238E27FC236}">
                <a16:creationId xmlns:a16="http://schemas.microsoft.com/office/drawing/2014/main" id="{15DD3F5A-4FE8-4329-A11B-6EB836D5C437}"/>
              </a:ext>
            </a:extLst>
          </p:cNvPr>
          <p:cNvSpPr txBox="1"/>
          <p:nvPr userDrawn="1"/>
        </p:nvSpPr>
        <p:spPr>
          <a:xfrm>
            <a:off x="6136160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Ikon_010</a:t>
            </a:r>
          </a:p>
        </p:txBody>
      </p:sp>
      <p:sp>
        <p:nvSpPr>
          <p:cNvPr id="75" name="Tekstfelt 74">
            <a:extLst>
              <a:ext uri="{FF2B5EF4-FFF2-40B4-BE49-F238E27FC236}">
                <a16:creationId xmlns:a16="http://schemas.microsoft.com/office/drawing/2014/main" id="{B0673BF3-4D2F-7E39-55B9-1D4636DC0B12}"/>
              </a:ext>
            </a:extLst>
          </p:cNvPr>
          <p:cNvSpPr txBox="1"/>
          <p:nvPr userDrawn="1"/>
        </p:nvSpPr>
        <p:spPr>
          <a:xfrm>
            <a:off x="6136160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Ikon_027</a:t>
            </a:r>
          </a:p>
        </p:txBody>
      </p:sp>
      <p:sp>
        <p:nvSpPr>
          <p:cNvPr id="76" name="Tekstfelt 75">
            <a:extLst>
              <a:ext uri="{FF2B5EF4-FFF2-40B4-BE49-F238E27FC236}">
                <a16:creationId xmlns:a16="http://schemas.microsoft.com/office/drawing/2014/main" id="{35160F10-7F83-2AA0-ED35-34D369D6F746}"/>
              </a:ext>
            </a:extLst>
          </p:cNvPr>
          <p:cNvSpPr txBox="1"/>
          <p:nvPr userDrawn="1"/>
        </p:nvSpPr>
        <p:spPr>
          <a:xfrm>
            <a:off x="6136160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Ikon_044</a:t>
            </a:r>
          </a:p>
        </p:txBody>
      </p:sp>
      <p:sp>
        <p:nvSpPr>
          <p:cNvPr id="77" name="Tekstfelt 76">
            <a:extLst>
              <a:ext uri="{FF2B5EF4-FFF2-40B4-BE49-F238E27FC236}">
                <a16:creationId xmlns:a16="http://schemas.microsoft.com/office/drawing/2014/main" id="{1752834E-40A4-9A5B-14BE-505FDEB9A5A6}"/>
              </a:ext>
            </a:extLst>
          </p:cNvPr>
          <p:cNvSpPr txBox="1"/>
          <p:nvPr userDrawn="1"/>
        </p:nvSpPr>
        <p:spPr>
          <a:xfrm>
            <a:off x="6136160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Ikon_061</a:t>
            </a:r>
          </a:p>
        </p:txBody>
      </p:sp>
      <p:sp>
        <p:nvSpPr>
          <p:cNvPr id="78" name="Tekstfelt 77">
            <a:extLst>
              <a:ext uri="{FF2B5EF4-FFF2-40B4-BE49-F238E27FC236}">
                <a16:creationId xmlns:a16="http://schemas.microsoft.com/office/drawing/2014/main" id="{92CE8C33-DD88-45F9-71B6-657D9B759A7B}"/>
              </a:ext>
            </a:extLst>
          </p:cNvPr>
          <p:cNvSpPr txBox="1"/>
          <p:nvPr userDrawn="1"/>
        </p:nvSpPr>
        <p:spPr>
          <a:xfrm>
            <a:off x="6136160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Ikon_078</a:t>
            </a:r>
          </a:p>
        </p:txBody>
      </p:sp>
      <p:sp>
        <p:nvSpPr>
          <p:cNvPr id="79" name="Tekstfelt 78">
            <a:extLst>
              <a:ext uri="{FF2B5EF4-FFF2-40B4-BE49-F238E27FC236}">
                <a16:creationId xmlns:a16="http://schemas.microsoft.com/office/drawing/2014/main" id="{912D9C66-E418-D872-73B3-00D8727D00BE}"/>
              </a:ext>
            </a:extLst>
          </p:cNvPr>
          <p:cNvSpPr txBox="1"/>
          <p:nvPr userDrawn="1"/>
        </p:nvSpPr>
        <p:spPr>
          <a:xfrm>
            <a:off x="6136160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Ikon_095</a:t>
            </a:r>
          </a:p>
        </p:txBody>
      </p:sp>
      <p:sp>
        <p:nvSpPr>
          <p:cNvPr id="80" name="Tekstfelt 79">
            <a:extLst>
              <a:ext uri="{FF2B5EF4-FFF2-40B4-BE49-F238E27FC236}">
                <a16:creationId xmlns:a16="http://schemas.microsoft.com/office/drawing/2014/main" id="{117543FA-E6D7-A35B-DD9D-C58FE2CB33A5}"/>
              </a:ext>
            </a:extLst>
          </p:cNvPr>
          <p:cNvSpPr txBox="1"/>
          <p:nvPr userDrawn="1"/>
        </p:nvSpPr>
        <p:spPr>
          <a:xfrm>
            <a:off x="6136160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Ikon_112</a:t>
            </a:r>
          </a:p>
        </p:txBody>
      </p:sp>
      <p:sp>
        <p:nvSpPr>
          <p:cNvPr id="81" name="Tekstfelt 80">
            <a:extLst>
              <a:ext uri="{FF2B5EF4-FFF2-40B4-BE49-F238E27FC236}">
                <a16:creationId xmlns:a16="http://schemas.microsoft.com/office/drawing/2014/main" id="{4B70B708-DD47-F74D-A71B-4BDA3F145C66}"/>
              </a:ext>
            </a:extLst>
          </p:cNvPr>
          <p:cNvSpPr txBox="1"/>
          <p:nvPr userDrawn="1"/>
        </p:nvSpPr>
        <p:spPr>
          <a:xfrm>
            <a:off x="6136160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Ikon_129</a:t>
            </a:r>
          </a:p>
        </p:txBody>
      </p:sp>
      <p:sp>
        <p:nvSpPr>
          <p:cNvPr id="82" name="Tekstfelt 81">
            <a:extLst>
              <a:ext uri="{FF2B5EF4-FFF2-40B4-BE49-F238E27FC236}">
                <a16:creationId xmlns:a16="http://schemas.microsoft.com/office/drawing/2014/main" id="{0A18519C-9299-AEBD-57E3-7D7F39866F5A}"/>
              </a:ext>
            </a:extLst>
          </p:cNvPr>
          <p:cNvSpPr txBox="1"/>
          <p:nvPr userDrawn="1"/>
        </p:nvSpPr>
        <p:spPr>
          <a:xfrm>
            <a:off x="6798246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Ikon_011</a:t>
            </a:r>
          </a:p>
        </p:txBody>
      </p:sp>
      <p:sp>
        <p:nvSpPr>
          <p:cNvPr id="83" name="Tekstfelt 82">
            <a:extLst>
              <a:ext uri="{FF2B5EF4-FFF2-40B4-BE49-F238E27FC236}">
                <a16:creationId xmlns:a16="http://schemas.microsoft.com/office/drawing/2014/main" id="{3F592FB7-A16D-7B10-E2BD-03B5613F7CFB}"/>
              </a:ext>
            </a:extLst>
          </p:cNvPr>
          <p:cNvSpPr txBox="1"/>
          <p:nvPr userDrawn="1"/>
        </p:nvSpPr>
        <p:spPr>
          <a:xfrm>
            <a:off x="6798246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Ikon_028</a:t>
            </a:r>
          </a:p>
        </p:txBody>
      </p:sp>
      <p:sp>
        <p:nvSpPr>
          <p:cNvPr id="84" name="Tekstfelt 83">
            <a:extLst>
              <a:ext uri="{FF2B5EF4-FFF2-40B4-BE49-F238E27FC236}">
                <a16:creationId xmlns:a16="http://schemas.microsoft.com/office/drawing/2014/main" id="{C51E42C8-5B2F-93B3-F8F5-FCB3624A322E}"/>
              </a:ext>
            </a:extLst>
          </p:cNvPr>
          <p:cNvSpPr txBox="1"/>
          <p:nvPr userDrawn="1"/>
        </p:nvSpPr>
        <p:spPr>
          <a:xfrm>
            <a:off x="6798246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Ikon_045</a:t>
            </a:r>
          </a:p>
        </p:txBody>
      </p:sp>
      <p:sp>
        <p:nvSpPr>
          <p:cNvPr id="85" name="Tekstfelt 84">
            <a:extLst>
              <a:ext uri="{FF2B5EF4-FFF2-40B4-BE49-F238E27FC236}">
                <a16:creationId xmlns:a16="http://schemas.microsoft.com/office/drawing/2014/main" id="{CAF2CD65-3FC7-8856-038E-CC8224A270C2}"/>
              </a:ext>
            </a:extLst>
          </p:cNvPr>
          <p:cNvSpPr txBox="1"/>
          <p:nvPr userDrawn="1"/>
        </p:nvSpPr>
        <p:spPr>
          <a:xfrm>
            <a:off x="6798246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Ikon_062</a:t>
            </a:r>
          </a:p>
        </p:txBody>
      </p:sp>
      <p:sp>
        <p:nvSpPr>
          <p:cNvPr id="86" name="Tekstfelt 85">
            <a:extLst>
              <a:ext uri="{FF2B5EF4-FFF2-40B4-BE49-F238E27FC236}">
                <a16:creationId xmlns:a16="http://schemas.microsoft.com/office/drawing/2014/main" id="{F58AB9F8-286F-7026-60E2-96585F46F8AF}"/>
              </a:ext>
            </a:extLst>
          </p:cNvPr>
          <p:cNvSpPr txBox="1"/>
          <p:nvPr userDrawn="1"/>
        </p:nvSpPr>
        <p:spPr>
          <a:xfrm>
            <a:off x="6798246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Ikon_079</a:t>
            </a:r>
          </a:p>
        </p:txBody>
      </p:sp>
      <p:sp>
        <p:nvSpPr>
          <p:cNvPr id="87" name="Tekstfelt 86">
            <a:extLst>
              <a:ext uri="{FF2B5EF4-FFF2-40B4-BE49-F238E27FC236}">
                <a16:creationId xmlns:a16="http://schemas.microsoft.com/office/drawing/2014/main" id="{D366BA0C-3D7A-6CB3-A99D-2B70426E7A1F}"/>
              </a:ext>
            </a:extLst>
          </p:cNvPr>
          <p:cNvSpPr txBox="1"/>
          <p:nvPr userDrawn="1"/>
        </p:nvSpPr>
        <p:spPr>
          <a:xfrm>
            <a:off x="6798246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Ikon_096</a:t>
            </a:r>
          </a:p>
        </p:txBody>
      </p:sp>
      <p:sp>
        <p:nvSpPr>
          <p:cNvPr id="88" name="Tekstfelt 87">
            <a:extLst>
              <a:ext uri="{FF2B5EF4-FFF2-40B4-BE49-F238E27FC236}">
                <a16:creationId xmlns:a16="http://schemas.microsoft.com/office/drawing/2014/main" id="{11FF5A1C-AB11-C9B6-D097-1A8FE9E50762}"/>
              </a:ext>
            </a:extLst>
          </p:cNvPr>
          <p:cNvSpPr txBox="1"/>
          <p:nvPr userDrawn="1"/>
        </p:nvSpPr>
        <p:spPr>
          <a:xfrm>
            <a:off x="6798246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Ikon_113</a:t>
            </a:r>
          </a:p>
        </p:txBody>
      </p:sp>
      <p:sp>
        <p:nvSpPr>
          <p:cNvPr id="89" name="Tekstfelt 88">
            <a:extLst>
              <a:ext uri="{FF2B5EF4-FFF2-40B4-BE49-F238E27FC236}">
                <a16:creationId xmlns:a16="http://schemas.microsoft.com/office/drawing/2014/main" id="{5EA7EA6F-A7FE-1186-0732-20F87014172A}"/>
              </a:ext>
            </a:extLst>
          </p:cNvPr>
          <p:cNvSpPr txBox="1"/>
          <p:nvPr userDrawn="1"/>
        </p:nvSpPr>
        <p:spPr>
          <a:xfrm>
            <a:off x="6798246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Ikon_130</a:t>
            </a:r>
          </a:p>
        </p:txBody>
      </p:sp>
      <p:sp>
        <p:nvSpPr>
          <p:cNvPr id="90" name="Tekstfelt 89">
            <a:extLst>
              <a:ext uri="{FF2B5EF4-FFF2-40B4-BE49-F238E27FC236}">
                <a16:creationId xmlns:a16="http://schemas.microsoft.com/office/drawing/2014/main" id="{3D4AAD21-7EED-A43D-0C96-D3C7D052B03B}"/>
              </a:ext>
            </a:extLst>
          </p:cNvPr>
          <p:cNvSpPr txBox="1"/>
          <p:nvPr userDrawn="1"/>
        </p:nvSpPr>
        <p:spPr>
          <a:xfrm>
            <a:off x="7460333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Ikon_012</a:t>
            </a:r>
          </a:p>
        </p:txBody>
      </p:sp>
      <p:sp>
        <p:nvSpPr>
          <p:cNvPr id="91" name="Tekstfelt 90">
            <a:extLst>
              <a:ext uri="{FF2B5EF4-FFF2-40B4-BE49-F238E27FC236}">
                <a16:creationId xmlns:a16="http://schemas.microsoft.com/office/drawing/2014/main" id="{F419B15F-28B3-F150-B569-C5A495FB4566}"/>
              </a:ext>
            </a:extLst>
          </p:cNvPr>
          <p:cNvSpPr txBox="1"/>
          <p:nvPr userDrawn="1"/>
        </p:nvSpPr>
        <p:spPr>
          <a:xfrm>
            <a:off x="7460333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Ikon_029</a:t>
            </a:r>
          </a:p>
        </p:txBody>
      </p:sp>
      <p:sp>
        <p:nvSpPr>
          <p:cNvPr id="92" name="Tekstfelt 91">
            <a:extLst>
              <a:ext uri="{FF2B5EF4-FFF2-40B4-BE49-F238E27FC236}">
                <a16:creationId xmlns:a16="http://schemas.microsoft.com/office/drawing/2014/main" id="{3940ED8D-440D-B0AD-503C-93C05FF53680}"/>
              </a:ext>
            </a:extLst>
          </p:cNvPr>
          <p:cNvSpPr txBox="1"/>
          <p:nvPr userDrawn="1"/>
        </p:nvSpPr>
        <p:spPr>
          <a:xfrm>
            <a:off x="7460333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Ikon_046</a:t>
            </a:r>
          </a:p>
        </p:txBody>
      </p:sp>
      <p:sp>
        <p:nvSpPr>
          <p:cNvPr id="93" name="Tekstfelt 92">
            <a:extLst>
              <a:ext uri="{FF2B5EF4-FFF2-40B4-BE49-F238E27FC236}">
                <a16:creationId xmlns:a16="http://schemas.microsoft.com/office/drawing/2014/main" id="{06935753-62B1-07A2-66B6-F244E2625C6D}"/>
              </a:ext>
            </a:extLst>
          </p:cNvPr>
          <p:cNvSpPr txBox="1"/>
          <p:nvPr userDrawn="1"/>
        </p:nvSpPr>
        <p:spPr>
          <a:xfrm>
            <a:off x="7460333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Ikon_063</a:t>
            </a:r>
          </a:p>
        </p:txBody>
      </p:sp>
      <p:sp>
        <p:nvSpPr>
          <p:cNvPr id="94" name="Tekstfelt 93">
            <a:extLst>
              <a:ext uri="{FF2B5EF4-FFF2-40B4-BE49-F238E27FC236}">
                <a16:creationId xmlns:a16="http://schemas.microsoft.com/office/drawing/2014/main" id="{3B37206F-2426-8805-4C8D-0BCE0A5482CB}"/>
              </a:ext>
            </a:extLst>
          </p:cNvPr>
          <p:cNvSpPr txBox="1"/>
          <p:nvPr userDrawn="1"/>
        </p:nvSpPr>
        <p:spPr>
          <a:xfrm>
            <a:off x="7460333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Ikon_080</a:t>
            </a:r>
          </a:p>
        </p:txBody>
      </p:sp>
      <p:sp>
        <p:nvSpPr>
          <p:cNvPr id="95" name="Tekstfelt 94">
            <a:extLst>
              <a:ext uri="{FF2B5EF4-FFF2-40B4-BE49-F238E27FC236}">
                <a16:creationId xmlns:a16="http://schemas.microsoft.com/office/drawing/2014/main" id="{FEAE65D9-22B2-ABC7-DE0C-4821D6394EE3}"/>
              </a:ext>
            </a:extLst>
          </p:cNvPr>
          <p:cNvSpPr txBox="1"/>
          <p:nvPr userDrawn="1"/>
        </p:nvSpPr>
        <p:spPr>
          <a:xfrm>
            <a:off x="7460333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Ikon_097</a:t>
            </a:r>
          </a:p>
        </p:txBody>
      </p:sp>
      <p:sp>
        <p:nvSpPr>
          <p:cNvPr id="96" name="Tekstfelt 95">
            <a:extLst>
              <a:ext uri="{FF2B5EF4-FFF2-40B4-BE49-F238E27FC236}">
                <a16:creationId xmlns:a16="http://schemas.microsoft.com/office/drawing/2014/main" id="{962FEFB7-1FB6-1A12-93AC-AF5F8DE2F924}"/>
              </a:ext>
            </a:extLst>
          </p:cNvPr>
          <p:cNvSpPr txBox="1"/>
          <p:nvPr userDrawn="1"/>
        </p:nvSpPr>
        <p:spPr>
          <a:xfrm>
            <a:off x="7460333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Ikon_114</a:t>
            </a:r>
          </a:p>
        </p:txBody>
      </p:sp>
      <p:sp>
        <p:nvSpPr>
          <p:cNvPr id="97" name="Tekstfelt 96">
            <a:extLst>
              <a:ext uri="{FF2B5EF4-FFF2-40B4-BE49-F238E27FC236}">
                <a16:creationId xmlns:a16="http://schemas.microsoft.com/office/drawing/2014/main" id="{6045CB93-26F8-A292-F0B4-991F2ED8E231}"/>
              </a:ext>
            </a:extLst>
          </p:cNvPr>
          <p:cNvSpPr txBox="1"/>
          <p:nvPr userDrawn="1"/>
        </p:nvSpPr>
        <p:spPr>
          <a:xfrm>
            <a:off x="7460333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Ikon_131</a:t>
            </a:r>
          </a:p>
        </p:txBody>
      </p:sp>
      <p:sp>
        <p:nvSpPr>
          <p:cNvPr id="98" name="Tekstfelt 97">
            <a:extLst>
              <a:ext uri="{FF2B5EF4-FFF2-40B4-BE49-F238E27FC236}">
                <a16:creationId xmlns:a16="http://schemas.microsoft.com/office/drawing/2014/main" id="{246B99E1-97F9-4124-6A32-97E71696197C}"/>
              </a:ext>
            </a:extLst>
          </p:cNvPr>
          <p:cNvSpPr txBox="1"/>
          <p:nvPr userDrawn="1"/>
        </p:nvSpPr>
        <p:spPr>
          <a:xfrm>
            <a:off x="8122419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Ikon_013</a:t>
            </a:r>
          </a:p>
        </p:txBody>
      </p:sp>
      <p:sp>
        <p:nvSpPr>
          <p:cNvPr id="99" name="Tekstfelt 98">
            <a:extLst>
              <a:ext uri="{FF2B5EF4-FFF2-40B4-BE49-F238E27FC236}">
                <a16:creationId xmlns:a16="http://schemas.microsoft.com/office/drawing/2014/main" id="{B9094523-81EE-21CE-DC22-B062FC9ECB3C}"/>
              </a:ext>
            </a:extLst>
          </p:cNvPr>
          <p:cNvSpPr txBox="1"/>
          <p:nvPr userDrawn="1"/>
        </p:nvSpPr>
        <p:spPr>
          <a:xfrm>
            <a:off x="8122419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Ikon_030</a:t>
            </a:r>
          </a:p>
        </p:txBody>
      </p:sp>
      <p:sp>
        <p:nvSpPr>
          <p:cNvPr id="100" name="Tekstfelt 99">
            <a:extLst>
              <a:ext uri="{FF2B5EF4-FFF2-40B4-BE49-F238E27FC236}">
                <a16:creationId xmlns:a16="http://schemas.microsoft.com/office/drawing/2014/main" id="{C897E527-9CE9-2FE3-B8B0-35AFFFB13405}"/>
              </a:ext>
            </a:extLst>
          </p:cNvPr>
          <p:cNvSpPr txBox="1"/>
          <p:nvPr userDrawn="1"/>
        </p:nvSpPr>
        <p:spPr>
          <a:xfrm>
            <a:off x="8122419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Ikon_047</a:t>
            </a:r>
          </a:p>
        </p:txBody>
      </p:sp>
      <p:sp>
        <p:nvSpPr>
          <p:cNvPr id="101" name="Tekstfelt 100">
            <a:extLst>
              <a:ext uri="{FF2B5EF4-FFF2-40B4-BE49-F238E27FC236}">
                <a16:creationId xmlns:a16="http://schemas.microsoft.com/office/drawing/2014/main" id="{E7FBB276-FF8F-4CE7-F289-11506192BB46}"/>
              </a:ext>
            </a:extLst>
          </p:cNvPr>
          <p:cNvSpPr txBox="1"/>
          <p:nvPr userDrawn="1"/>
        </p:nvSpPr>
        <p:spPr>
          <a:xfrm>
            <a:off x="8122419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Ikon_064</a:t>
            </a:r>
          </a:p>
        </p:txBody>
      </p:sp>
      <p:sp>
        <p:nvSpPr>
          <p:cNvPr id="102" name="Tekstfelt 101">
            <a:extLst>
              <a:ext uri="{FF2B5EF4-FFF2-40B4-BE49-F238E27FC236}">
                <a16:creationId xmlns:a16="http://schemas.microsoft.com/office/drawing/2014/main" id="{58836403-64A4-37AC-D72D-C0C9E463DAF3}"/>
              </a:ext>
            </a:extLst>
          </p:cNvPr>
          <p:cNvSpPr txBox="1"/>
          <p:nvPr userDrawn="1"/>
        </p:nvSpPr>
        <p:spPr>
          <a:xfrm>
            <a:off x="8122419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Ikon_081</a:t>
            </a:r>
          </a:p>
        </p:txBody>
      </p:sp>
      <p:sp>
        <p:nvSpPr>
          <p:cNvPr id="103" name="Tekstfelt 102">
            <a:extLst>
              <a:ext uri="{FF2B5EF4-FFF2-40B4-BE49-F238E27FC236}">
                <a16:creationId xmlns:a16="http://schemas.microsoft.com/office/drawing/2014/main" id="{1F3FA62E-D410-51D8-95A1-ED9B31B91910}"/>
              </a:ext>
            </a:extLst>
          </p:cNvPr>
          <p:cNvSpPr txBox="1"/>
          <p:nvPr userDrawn="1"/>
        </p:nvSpPr>
        <p:spPr>
          <a:xfrm>
            <a:off x="8122419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Ikon_098</a:t>
            </a:r>
          </a:p>
        </p:txBody>
      </p:sp>
      <p:sp>
        <p:nvSpPr>
          <p:cNvPr id="104" name="Tekstfelt 103">
            <a:extLst>
              <a:ext uri="{FF2B5EF4-FFF2-40B4-BE49-F238E27FC236}">
                <a16:creationId xmlns:a16="http://schemas.microsoft.com/office/drawing/2014/main" id="{4B2D7400-8F23-1E78-930F-EE90845FF59D}"/>
              </a:ext>
            </a:extLst>
          </p:cNvPr>
          <p:cNvSpPr txBox="1"/>
          <p:nvPr userDrawn="1"/>
        </p:nvSpPr>
        <p:spPr>
          <a:xfrm>
            <a:off x="8122419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Ikon_115</a:t>
            </a:r>
          </a:p>
        </p:txBody>
      </p:sp>
      <p:sp>
        <p:nvSpPr>
          <p:cNvPr id="105" name="Tekstfelt 104">
            <a:extLst>
              <a:ext uri="{FF2B5EF4-FFF2-40B4-BE49-F238E27FC236}">
                <a16:creationId xmlns:a16="http://schemas.microsoft.com/office/drawing/2014/main" id="{C1E36443-F375-4563-727F-E9C9488F18FC}"/>
              </a:ext>
            </a:extLst>
          </p:cNvPr>
          <p:cNvSpPr txBox="1"/>
          <p:nvPr userDrawn="1"/>
        </p:nvSpPr>
        <p:spPr>
          <a:xfrm>
            <a:off x="8122419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Ikon_132</a:t>
            </a:r>
          </a:p>
        </p:txBody>
      </p:sp>
      <p:sp>
        <p:nvSpPr>
          <p:cNvPr id="106" name="Tekstfelt 105">
            <a:extLst>
              <a:ext uri="{FF2B5EF4-FFF2-40B4-BE49-F238E27FC236}">
                <a16:creationId xmlns:a16="http://schemas.microsoft.com/office/drawing/2014/main" id="{2047449A-8042-85EF-6977-C2980058B38A}"/>
              </a:ext>
            </a:extLst>
          </p:cNvPr>
          <p:cNvSpPr txBox="1"/>
          <p:nvPr userDrawn="1"/>
        </p:nvSpPr>
        <p:spPr>
          <a:xfrm>
            <a:off x="8784476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Ikon_014</a:t>
            </a:r>
          </a:p>
        </p:txBody>
      </p:sp>
      <p:sp>
        <p:nvSpPr>
          <p:cNvPr id="107" name="Tekstfelt 106">
            <a:extLst>
              <a:ext uri="{FF2B5EF4-FFF2-40B4-BE49-F238E27FC236}">
                <a16:creationId xmlns:a16="http://schemas.microsoft.com/office/drawing/2014/main" id="{9B07EFCD-EB23-6933-D8E7-32B15237A4A6}"/>
              </a:ext>
            </a:extLst>
          </p:cNvPr>
          <p:cNvSpPr txBox="1"/>
          <p:nvPr userDrawn="1"/>
        </p:nvSpPr>
        <p:spPr>
          <a:xfrm>
            <a:off x="8784476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Ikon_031</a:t>
            </a:r>
          </a:p>
        </p:txBody>
      </p:sp>
      <p:sp>
        <p:nvSpPr>
          <p:cNvPr id="108" name="Tekstfelt 107">
            <a:extLst>
              <a:ext uri="{FF2B5EF4-FFF2-40B4-BE49-F238E27FC236}">
                <a16:creationId xmlns:a16="http://schemas.microsoft.com/office/drawing/2014/main" id="{66CD78AE-8DF2-3DED-7E87-EB62C24EA31F}"/>
              </a:ext>
            </a:extLst>
          </p:cNvPr>
          <p:cNvSpPr txBox="1"/>
          <p:nvPr userDrawn="1"/>
        </p:nvSpPr>
        <p:spPr>
          <a:xfrm>
            <a:off x="8784476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Ikon_048</a:t>
            </a:r>
          </a:p>
        </p:txBody>
      </p:sp>
      <p:sp>
        <p:nvSpPr>
          <p:cNvPr id="109" name="Tekstfelt 108">
            <a:extLst>
              <a:ext uri="{FF2B5EF4-FFF2-40B4-BE49-F238E27FC236}">
                <a16:creationId xmlns:a16="http://schemas.microsoft.com/office/drawing/2014/main" id="{B5519AF8-F094-1D83-C186-2B198E4D8C76}"/>
              </a:ext>
            </a:extLst>
          </p:cNvPr>
          <p:cNvSpPr txBox="1"/>
          <p:nvPr userDrawn="1"/>
        </p:nvSpPr>
        <p:spPr>
          <a:xfrm>
            <a:off x="8784476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Ikon_065</a:t>
            </a:r>
          </a:p>
        </p:txBody>
      </p:sp>
      <p:sp>
        <p:nvSpPr>
          <p:cNvPr id="110" name="Tekstfelt 109">
            <a:extLst>
              <a:ext uri="{FF2B5EF4-FFF2-40B4-BE49-F238E27FC236}">
                <a16:creationId xmlns:a16="http://schemas.microsoft.com/office/drawing/2014/main" id="{8359F2A4-392E-7EA9-E63A-F04E8EC8C982}"/>
              </a:ext>
            </a:extLst>
          </p:cNvPr>
          <p:cNvSpPr txBox="1"/>
          <p:nvPr userDrawn="1"/>
        </p:nvSpPr>
        <p:spPr>
          <a:xfrm>
            <a:off x="8784476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Ikon_082</a:t>
            </a:r>
          </a:p>
        </p:txBody>
      </p:sp>
      <p:sp>
        <p:nvSpPr>
          <p:cNvPr id="111" name="Tekstfelt 110">
            <a:extLst>
              <a:ext uri="{FF2B5EF4-FFF2-40B4-BE49-F238E27FC236}">
                <a16:creationId xmlns:a16="http://schemas.microsoft.com/office/drawing/2014/main" id="{41970761-8855-1483-65B0-0FDF001A0822}"/>
              </a:ext>
            </a:extLst>
          </p:cNvPr>
          <p:cNvSpPr txBox="1"/>
          <p:nvPr userDrawn="1"/>
        </p:nvSpPr>
        <p:spPr>
          <a:xfrm>
            <a:off x="8784476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Ikon_099</a:t>
            </a:r>
          </a:p>
        </p:txBody>
      </p:sp>
      <p:sp>
        <p:nvSpPr>
          <p:cNvPr id="112" name="Tekstfelt 111">
            <a:extLst>
              <a:ext uri="{FF2B5EF4-FFF2-40B4-BE49-F238E27FC236}">
                <a16:creationId xmlns:a16="http://schemas.microsoft.com/office/drawing/2014/main" id="{7FEC4B62-936A-A1BA-2247-0CED5C1C28D0}"/>
              </a:ext>
            </a:extLst>
          </p:cNvPr>
          <p:cNvSpPr txBox="1"/>
          <p:nvPr userDrawn="1"/>
        </p:nvSpPr>
        <p:spPr>
          <a:xfrm>
            <a:off x="8784476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Ikon_116</a:t>
            </a:r>
          </a:p>
        </p:txBody>
      </p:sp>
      <p:sp>
        <p:nvSpPr>
          <p:cNvPr id="113" name="Tekstfelt 112">
            <a:extLst>
              <a:ext uri="{FF2B5EF4-FFF2-40B4-BE49-F238E27FC236}">
                <a16:creationId xmlns:a16="http://schemas.microsoft.com/office/drawing/2014/main" id="{CAF440F2-AA4D-0E19-55EF-2BBF0EAD9CB4}"/>
              </a:ext>
            </a:extLst>
          </p:cNvPr>
          <p:cNvSpPr txBox="1"/>
          <p:nvPr userDrawn="1"/>
        </p:nvSpPr>
        <p:spPr>
          <a:xfrm>
            <a:off x="8784476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Ikon_133</a:t>
            </a:r>
          </a:p>
        </p:txBody>
      </p:sp>
      <p:sp>
        <p:nvSpPr>
          <p:cNvPr id="114" name="Tekstfelt 113">
            <a:extLst>
              <a:ext uri="{FF2B5EF4-FFF2-40B4-BE49-F238E27FC236}">
                <a16:creationId xmlns:a16="http://schemas.microsoft.com/office/drawing/2014/main" id="{EA4ED5D8-CDD2-E7F5-520C-6876DB278D61}"/>
              </a:ext>
            </a:extLst>
          </p:cNvPr>
          <p:cNvSpPr txBox="1"/>
          <p:nvPr userDrawn="1"/>
        </p:nvSpPr>
        <p:spPr>
          <a:xfrm>
            <a:off x="9446562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Ikon_015</a:t>
            </a:r>
          </a:p>
        </p:txBody>
      </p:sp>
      <p:sp>
        <p:nvSpPr>
          <p:cNvPr id="115" name="Tekstfelt 114">
            <a:extLst>
              <a:ext uri="{FF2B5EF4-FFF2-40B4-BE49-F238E27FC236}">
                <a16:creationId xmlns:a16="http://schemas.microsoft.com/office/drawing/2014/main" id="{F8C2DC41-1184-334E-E7F3-2DCD2B2967A5}"/>
              </a:ext>
            </a:extLst>
          </p:cNvPr>
          <p:cNvSpPr txBox="1"/>
          <p:nvPr userDrawn="1"/>
        </p:nvSpPr>
        <p:spPr>
          <a:xfrm>
            <a:off x="9446562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Ikon_032</a:t>
            </a:r>
          </a:p>
        </p:txBody>
      </p:sp>
      <p:sp>
        <p:nvSpPr>
          <p:cNvPr id="116" name="Tekstfelt 115">
            <a:extLst>
              <a:ext uri="{FF2B5EF4-FFF2-40B4-BE49-F238E27FC236}">
                <a16:creationId xmlns:a16="http://schemas.microsoft.com/office/drawing/2014/main" id="{A5B5B9B8-D414-5968-3347-98090B194D3F}"/>
              </a:ext>
            </a:extLst>
          </p:cNvPr>
          <p:cNvSpPr txBox="1"/>
          <p:nvPr userDrawn="1"/>
        </p:nvSpPr>
        <p:spPr>
          <a:xfrm>
            <a:off x="9446562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Ikon_049</a:t>
            </a:r>
          </a:p>
        </p:txBody>
      </p:sp>
      <p:sp>
        <p:nvSpPr>
          <p:cNvPr id="117" name="Tekstfelt 116">
            <a:extLst>
              <a:ext uri="{FF2B5EF4-FFF2-40B4-BE49-F238E27FC236}">
                <a16:creationId xmlns:a16="http://schemas.microsoft.com/office/drawing/2014/main" id="{AF33A5F7-B66D-0518-A206-BFD6245C52E5}"/>
              </a:ext>
            </a:extLst>
          </p:cNvPr>
          <p:cNvSpPr txBox="1"/>
          <p:nvPr userDrawn="1"/>
        </p:nvSpPr>
        <p:spPr>
          <a:xfrm>
            <a:off x="9446562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Ikon_066</a:t>
            </a:r>
          </a:p>
        </p:txBody>
      </p:sp>
      <p:sp>
        <p:nvSpPr>
          <p:cNvPr id="118" name="Tekstfelt 117">
            <a:extLst>
              <a:ext uri="{FF2B5EF4-FFF2-40B4-BE49-F238E27FC236}">
                <a16:creationId xmlns:a16="http://schemas.microsoft.com/office/drawing/2014/main" id="{F5AAF9A7-6FB1-A3BA-6FA8-CB8E4F06D88C}"/>
              </a:ext>
            </a:extLst>
          </p:cNvPr>
          <p:cNvSpPr txBox="1"/>
          <p:nvPr userDrawn="1"/>
        </p:nvSpPr>
        <p:spPr>
          <a:xfrm>
            <a:off x="9446562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Ikon_083</a:t>
            </a:r>
          </a:p>
        </p:txBody>
      </p:sp>
      <p:sp>
        <p:nvSpPr>
          <p:cNvPr id="119" name="Tekstfelt 118">
            <a:extLst>
              <a:ext uri="{FF2B5EF4-FFF2-40B4-BE49-F238E27FC236}">
                <a16:creationId xmlns:a16="http://schemas.microsoft.com/office/drawing/2014/main" id="{4F38E5FC-7422-17AB-16A8-1DE628395A0B}"/>
              </a:ext>
            </a:extLst>
          </p:cNvPr>
          <p:cNvSpPr txBox="1"/>
          <p:nvPr userDrawn="1"/>
        </p:nvSpPr>
        <p:spPr>
          <a:xfrm>
            <a:off x="9446562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Ikon_100</a:t>
            </a:r>
          </a:p>
        </p:txBody>
      </p:sp>
      <p:sp>
        <p:nvSpPr>
          <p:cNvPr id="120" name="Tekstfelt 119">
            <a:extLst>
              <a:ext uri="{FF2B5EF4-FFF2-40B4-BE49-F238E27FC236}">
                <a16:creationId xmlns:a16="http://schemas.microsoft.com/office/drawing/2014/main" id="{C2B864F3-5F93-B497-4948-E1FCB38E95AD}"/>
              </a:ext>
            </a:extLst>
          </p:cNvPr>
          <p:cNvSpPr txBox="1"/>
          <p:nvPr userDrawn="1"/>
        </p:nvSpPr>
        <p:spPr>
          <a:xfrm>
            <a:off x="9446562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Ikon_117</a:t>
            </a:r>
          </a:p>
        </p:txBody>
      </p:sp>
      <p:sp>
        <p:nvSpPr>
          <p:cNvPr id="121" name="Tekstfelt 120">
            <a:extLst>
              <a:ext uri="{FF2B5EF4-FFF2-40B4-BE49-F238E27FC236}">
                <a16:creationId xmlns:a16="http://schemas.microsoft.com/office/drawing/2014/main" id="{E96A6FDD-3677-1565-BBCF-1DAC525338BE}"/>
              </a:ext>
            </a:extLst>
          </p:cNvPr>
          <p:cNvSpPr txBox="1"/>
          <p:nvPr userDrawn="1"/>
        </p:nvSpPr>
        <p:spPr>
          <a:xfrm>
            <a:off x="9446562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Ikon_134</a:t>
            </a:r>
          </a:p>
        </p:txBody>
      </p:sp>
      <p:sp>
        <p:nvSpPr>
          <p:cNvPr id="122" name="Tekstfelt 121">
            <a:extLst>
              <a:ext uri="{FF2B5EF4-FFF2-40B4-BE49-F238E27FC236}">
                <a16:creationId xmlns:a16="http://schemas.microsoft.com/office/drawing/2014/main" id="{C020410D-BA4C-DCA4-1818-0469F1983EED}"/>
              </a:ext>
            </a:extLst>
          </p:cNvPr>
          <p:cNvSpPr txBox="1"/>
          <p:nvPr userDrawn="1"/>
        </p:nvSpPr>
        <p:spPr>
          <a:xfrm>
            <a:off x="10108649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Ikon_016</a:t>
            </a:r>
          </a:p>
        </p:txBody>
      </p:sp>
      <p:sp>
        <p:nvSpPr>
          <p:cNvPr id="123" name="Tekstfelt 122">
            <a:extLst>
              <a:ext uri="{FF2B5EF4-FFF2-40B4-BE49-F238E27FC236}">
                <a16:creationId xmlns:a16="http://schemas.microsoft.com/office/drawing/2014/main" id="{E4CCA68A-C5D9-A30C-CABC-26C7E3426107}"/>
              </a:ext>
            </a:extLst>
          </p:cNvPr>
          <p:cNvSpPr txBox="1"/>
          <p:nvPr userDrawn="1"/>
        </p:nvSpPr>
        <p:spPr>
          <a:xfrm>
            <a:off x="10108649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Ikon_033</a:t>
            </a:r>
          </a:p>
        </p:txBody>
      </p:sp>
      <p:sp>
        <p:nvSpPr>
          <p:cNvPr id="124" name="Tekstfelt 123">
            <a:extLst>
              <a:ext uri="{FF2B5EF4-FFF2-40B4-BE49-F238E27FC236}">
                <a16:creationId xmlns:a16="http://schemas.microsoft.com/office/drawing/2014/main" id="{F61E35BE-921E-0BA7-8B6B-D5A6A18526F5}"/>
              </a:ext>
            </a:extLst>
          </p:cNvPr>
          <p:cNvSpPr txBox="1"/>
          <p:nvPr userDrawn="1"/>
        </p:nvSpPr>
        <p:spPr>
          <a:xfrm>
            <a:off x="10108649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Ikon_050</a:t>
            </a:r>
          </a:p>
        </p:txBody>
      </p:sp>
      <p:sp>
        <p:nvSpPr>
          <p:cNvPr id="125" name="Tekstfelt 124">
            <a:extLst>
              <a:ext uri="{FF2B5EF4-FFF2-40B4-BE49-F238E27FC236}">
                <a16:creationId xmlns:a16="http://schemas.microsoft.com/office/drawing/2014/main" id="{F8510C23-1EE4-131D-3CE8-106318627A8F}"/>
              </a:ext>
            </a:extLst>
          </p:cNvPr>
          <p:cNvSpPr txBox="1"/>
          <p:nvPr userDrawn="1"/>
        </p:nvSpPr>
        <p:spPr>
          <a:xfrm>
            <a:off x="10108649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Ikon_067</a:t>
            </a:r>
          </a:p>
        </p:txBody>
      </p:sp>
      <p:sp>
        <p:nvSpPr>
          <p:cNvPr id="126" name="Tekstfelt 125">
            <a:extLst>
              <a:ext uri="{FF2B5EF4-FFF2-40B4-BE49-F238E27FC236}">
                <a16:creationId xmlns:a16="http://schemas.microsoft.com/office/drawing/2014/main" id="{64E7DD8C-9774-A579-AAE3-CE841DE1D756}"/>
              </a:ext>
            </a:extLst>
          </p:cNvPr>
          <p:cNvSpPr txBox="1"/>
          <p:nvPr userDrawn="1"/>
        </p:nvSpPr>
        <p:spPr>
          <a:xfrm>
            <a:off x="10108649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Ikon_084</a:t>
            </a:r>
          </a:p>
        </p:txBody>
      </p:sp>
      <p:sp>
        <p:nvSpPr>
          <p:cNvPr id="127" name="Tekstfelt 126">
            <a:extLst>
              <a:ext uri="{FF2B5EF4-FFF2-40B4-BE49-F238E27FC236}">
                <a16:creationId xmlns:a16="http://schemas.microsoft.com/office/drawing/2014/main" id="{28755A46-7EF6-0614-B47E-4367AC0A165A}"/>
              </a:ext>
            </a:extLst>
          </p:cNvPr>
          <p:cNvSpPr txBox="1"/>
          <p:nvPr userDrawn="1"/>
        </p:nvSpPr>
        <p:spPr>
          <a:xfrm>
            <a:off x="10108649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Ikon_101</a:t>
            </a:r>
          </a:p>
        </p:txBody>
      </p:sp>
      <p:sp>
        <p:nvSpPr>
          <p:cNvPr id="128" name="Tekstfelt 127">
            <a:extLst>
              <a:ext uri="{FF2B5EF4-FFF2-40B4-BE49-F238E27FC236}">
                <a16:creationId xmlns:a16="http://schemas.microsoft.com/office/drawing/2014/main" id="{C7DD0A28-8678-3FD8-03C3-514CFC801275}"/>
              </a:ext>
            </a:extLst>
          </p:cNvPr>
          <p:cNvSpPr txBox="1"/>
          <p:nvPr userDrawn="1"/>
        </p:nvSpPr>
        <p:spPr>
          <a:xfrm>
            <a:off x="10108649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Ikon_118</a:t>
            </a:r>
          </a:p>
        </p:txBody>
      </p:sp>
      <p:sp>
        <p:nvSpPr>
          <p:cNvPr id="129" name="Tekstfelt 128">
            <a:extLst>
              <a:ext uri="{FF2B5EF4-FFF2-40B4-BE49-F238E27FC236}">
                <a16:creationId xmlns:a16="http://schemas.microsoft.com/office/drawing/2014/main" id="{B168FCF7-C4EE-EB9A-82BC-CC21785C38F4}"/>
              </a:ext>
            </a:extLst>
          </p:cNvPr>
          <p:cNvSpPr txBox="1"/>
          <p:nvPr userDrawn="1"/>
        </p:nvSpPr>
        <p:spPr>
          <a:xfrm>
            <a:off x="10108649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Ikon_135</a:t>
            </a:r>
          </a:p>
        </p:txBody>
      </p:sp>
      <p:sp>
        <p:nvSpPr>
          <p:cNvPr id="130" name="Tekstfelt 129">
            <a:extLst>
              <a:ext uri="{FF2B5EF4-FFF2-40B4-BE49-F238E27FC236}">
                <a16:creationId xmlns:a16="http://schemas.microsoft.com/office/drawing/2014/main" id="{4124B747-2B24-8E0C-B593-C18728B618DC}"/>
              </a:ext>
            </a:extLst>
          </p:cNvPr>
          <p:cNvSpPr txBox="1"/>
          <p:nvPr userDrawn="1"/>
        </p:nvSpPr>
        <p:spPr>
          <a:xfrm>
            <a:off x="10770735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Ikon_017</a:t>
            </a:r>
          </a:p>
        </p:txBody>
      </p:sp>
      <p:sp>
        <p:nvSpPr>
          <p:cNvPr id="131" name="Tekstfelt 130">
            <a:extLst>
              <a:ext uri="{FF2B5EF4-FFF2-40B4-BE49-F238E27FC236}">
                <a16:creationId xmlns:a16="http://schemas.microsoft.com/office/drawing/2014/main" id="{A9EB1A89-1FBD-3194-B67E-A4B9461E43F7}"/>
              </a:ext>
            </a:extLst>
          </p:cNvPr>
          <p:cNvSpPr txBox="1"/>
          <p:nvPr userDrawn="1"/>
        </p:nvSpPr>
        <p:spPr>
          <a:xfrm>
            <a:off x="10770735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Ikon_034</a:t>
            </a:r>
          </a:p>
        </p:txBody>
      </p:sp>
      <p:sp>
        <p:nvSpPr>
          <p:cNvPr id="132" name="Tekstfelt 131">
            <a:extLst>
              <a:ext uri="{FF2B5EF4-FFF2-40B4-BE49-F238E27FC236}">
                <a16:creationId xmlns:a16="http://schemas.microsoft.com/office/drawing/2014/main" id="{03C29029-1688-8879-44BB-E233B90FEA1D}"/>
              </a:ext>
            </a:extLst>
          </p:cNvPr>
          <p:cNvSpPr txBox="1"/>
          <p:nvPr userDrawn="1"/>
        </p:nvSpPr>
        <p:spPr>
          <a:xfrm>
            <a:off x="10770735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Ikon_051</a:t>
            </a:r>
          </a:p>
        </p:txBody>
      </p:sp>
      <p:sp>
        <p:nvSpPr>
          <p:cNvPr id="133" name="Tekstfelt 132">
            <a:extLst>
              <a:ext uri="{FF2B5EF4-FFF2-40B4-BE49-F238E27FC236}">
                <a16:creationId xmlns:a16="http://schemas.microsoft.com/office/drawing/2014/main" id="{2DF335F7-DDD9-68D4-4EEA-DD167ED5B1B6}"/>
              </a:ext>
            </a:extLst>
          </p:cNvPr>
          <p:cNvSpPr txBox="1"/>
          <p:nvPr userDrawn="1"/>
        </p:nvSpPr>
        <p:spPr>
          <a:xfrm>
            <a:off x="10770735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Ikon_068</a:t>
            </a:r>
          </a:p>
        </p:txBody>
      </p:sp>
      <p:sp>
        <p:nvSpPr>
          <p:cNvPr id="134" name="Tekstfelt 133">
            <a:extLst>
              <a:ext uri="{FF2B5EF4-FFF2-40B4-BE49-F238E27FC236}">
                <a16:creationId xmlns:a16="http://schemas.microsoft.com/office/drawing/2014/main" id="{1B718862-8B3A-926E-174B-8072E5A8B434}"/>
              </a:ext>
            </a:extLst>
          </p:cNvPr>
          <p:cNvSpPr txBox="1"/>
          <p:nvPr userDrawn="1"/>
        </p:nvSpPr>
        <p:spPr>
          <a:xfrm>
            <a:off x="10770735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Ikon_085</a:t>
            </a:r>
          </a:p>
        </p:txBody>
      </p:sp>
      <p:sp>
        <p:nvSpPr>
          <p:cNvPr id="135" name="Tekstfelt 134">
            <a:extLst>
              <a:ext uri="{FF2B5EF4-FFF2-40B4-BE49-F238E27FC236}">
                <a16:creationId xmlns:a16="http://schemas.microsoft.com/office/drawing/2014/main" id="{0B6399B8-DB1F-A07D-9E48-1D4EE6B9E198}"/>
              </a:ext>
            </a:extLst>
          </p:cNvPr>
          <p:cNvSpPr txBox="1"/>
          <p:nvPr userDrawn="1"/>
        </p:nvSpPr>
        <p:spPr>
          <a:xfrm>
            <a:off x="10770735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Ikon_102</a:t>
            </a:r>
          </a:p>
        </p:txBody>
      </p:sp>
      <p:sp>
        <p:nvSpPr>
          <p:cNvPr id="136" name="Tekstfelt 135">
            <a:extLst>
              <a:ext uri="{FF2B5EF4-FFF2-40B4-BE49-F238E27FC236}">
                <a16:creationId xmlns:a16="http://schemas.microsoft.com/office/drawing/2014/main" id="{291B8969-2F51-EB32-59A2-D7084CE575D4}"/>
              </a:ext>
            </a:extLst>
          </p:cNvPr>
          <p:cNvSpPr txBox="1"/>
          <p:nvPr userDrawn="1"/>
        </p:nvSpPr>
        <p:spPr>
          <a:xfrm>
            <a:off x="10770735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Ikon_119</a:t>
            </a:r>
          </a:p>
        </p:txBody>
      </p:sp>
      <p:sp>
        <p:nvSpPr>
          <p:cNvPr id="137" name="Tekstfelt 136">
            <a:extLst>
              <a:ext uri="{FF2B5EF4-FFF2-40B4-BE49-F238E27FC236}">
                <a16:creationId xmlns:a16="http://schemas.microsoft.com/office/drawing/2014/main" id="{8ED1E8D5-39C7-D501-8518-E3BA27B02E77}"/>
              </a:ext>
            </a:extLst>
          </p:cNvPr>
          <p:cNvSpPr txBox="1"/>
          <p:nvPr userDrawn="1"/>
        </p:nvSpPr>
        <p:spPr>
          <a:xfrm>
            <a:off x="10770735" y="575599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Pro Light" panose="020B0303050601040103" pitchFamily="34" charset="0"/>
              </a:rPr>
              <a:t>Ikon_136</a:t>
            </a:r>
          </a:p>
        </p:txBody>
      </p:sp>
      <p:sp>
        <p:nvSpPr>
          <p:cNvPr id="138" name="Titel 33">
            <a:extLst>
              <a:ext uri="{FF2B5EF4-FFF2-40B4-BE49-F238E27FC236}">
                <a16:creationId xmlns:a16="http://schemas.microsoft.com/office/drawing/2014/main" id="{2F182081-4A5C-4F92-8C82-EA610A522114}"/>
              </a:ext>
            </a:extLst>
          </p:cNvPr>
          <p:cNvSpPr txBox="1">
            <a:spLocks/>
          </p:cNvSpPr>
          <p:nvPr userDrawn="1"/>
        </p:nvSpPr>
        <p:spPr>
          <a:xfrm>
            <a:off x="220447" y="421234"/>
            <a:ext cx="4714052" cy="206005"/>
          </a:xfrm>
          <a:prstGeom prst="rect">
            <a:avLst/>
          </a:prstGeom>
        </p:spPr>
        <p:txBody>
          <a:bodyPr anchor="ctr"/>
          <a:lstStyle>
            <a:lvl1pPr algn="l" defTabSz="8640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percu Pro Black" panose="020B0503050601040103" pitchFamily="34" charset="0"/>
                <a:ea typeface="+mj-ea"/>
                <a:cs typeface="+mj-cs"/>
              </a:defRPr>
            </a:lvl1pPr>
          </a:lstStyle>
          <a:p>
            <a:r>
              <a:rPr lang="da-DK" sz="1512" dirty="0"/>
              <a:t>Samling af forskellige ikoner</a:t>
            </a:r>
          </a:p>
        </p:txBody>
      </p:sp>
    </p:spTree>
    <p:extLst>
      <p:ext uri="{BB962C8B-B14F-4D97-AF65-F5344CB8AC3E}">
        <p14:creationId xmlns:p14="http://schemas.microsoft.com/office/powerpoint/2010/main" val="3784070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el 33">
            <a:extLst>
              <a:ext uri="{FF2B5EF4-FFF2-40B4-BE49-F238E27FC236}">
                <a16:creationId xmlns:a16="http://schemas.microsoft.com/office/drawing/2014/main" id="{2F182081-4A5C-4F92-8C82-EA610A522114}"/>
              </a:ext>
            </a:extLst>
          </p:cNvPr>
          <p:cNvSpPr txBox="1">
            <a:spLocks/>
          </p:cNvSpPr>
          <p:nvPr userDrawn="1"/>
        </p:nvSpPr>
        <p:spPr>
          <a:xfrm>
            <a:off x="220447" y="421234"/>
            <a:ext cx="4714052" cy="206005"/>
          </a:xfrm>
          <a:prstGeom prst="rect">
            <a:avLst/>
          </a:prstGeom>
        </p:spPr>
        <p:txBody>
          <a:bodyPr anchor="ctr"/>
          <a:lstStyle>
            <a:lvl1pPr algn="l" defTabSz="8640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percu Pro Black" panose="020B0503050601040103" pitchFamily="34" charset="0"/>
                <a:ea typeface="+mj-ea"/>
                <a:cs typeface="+mj-cs"/>
              </a:defRPr>
            </a:lvl1pPr>
          </a:lstStyle>
          <a:p>
            <a:r>
              <a:rPr lang="da-DK" sz="1512" dirty="0"/>
              <a:t>Samling af forskellige ikoner</a:t>
            </a:r>
          </a:p>
        </p:txBody>
      </p:sp>
      <p:sp>
        <p:nvSpPr>
          <p:cNvPr id="139" name="Tekstfelt 138">
            <a:extLst>
              <a:ext uri="{FF2B5EF4-FFF2-40B4-BE49-F238E27FC236}">
                <a16:creationId xmlns:a16="http://schemas.microsoft.com/office/drawing/2014/main" id="{8129AEC1-8BFF-C668-66FC-89E8A505F8F2}"/>
              </a:ext>
            </a:extLst>
          </p:cNvPr>
          <p:cNvSpPr txBox="1"/>
          <p:nvPr userDrawn="1"/>
        </p:nvSpPr>
        <p:spPr>
          <a:xfrm>
            <a:off x="177381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Ikon_137</a:t>
            </a:r>
          </a:p>
        </p:txBody>
      </p:sp>
      <p:sp>
        <p:nvSpPr>
          <p:cNvPr id="140" name="Tekstfelt 139">
            <a:extLst>
              <a:ext uri="{FF2B5EF4-FFF2-40B4-BE49-F238E27FC236}">
                <a16:creationId xmlns:a16="http://schemas.microsoft.com/office/drawing/2014/main" id="{BFB9ABEB-18A8-76DD-9F90-5EF1A5D08A1E}"/>
              </a:ext>
            </a:extLst>
          </p:cNvPr>
          <p:cNvSpPr txBox="1"/>
          <p:nvPr userDrawn="1"/>
        </p:nvSpPr>
        <p:spPr>
          <a:xfrm>
            <a:off x="177381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Ikon_154</a:t>
            </a:r>
          </a:p>
        </p:txBody>
      </p:sp>
      <p:sp>
        <p:nvSpPr>
          <p:cNvPr id="141" name="Tekstfelt 140">
            <a:extLst>
              <a:ext uri="{FF2B5EF4-FFF2-40B4-BE49-F238E27FC236}">
                <a16:creationId xmlns:a16="http://schemas.microsoft.com/office/drawing/2014/main" id="{5F80D96F-4A82-17AA-707B-47616FF91B17}"/>
              </a:ext>
            </a:extLst>
          </p:cNvPr>
          <p:cNvSpPr txBox="1"/>
          <p:nvPr userDrawn="1"/>
        </p:nvSpPr>
        <p:spPr>
          <a:xfrm>
            <a:off x="177381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Ikon_171</a:t>
            </a:r>
          </a:p>
        </p:txBody>
      </p:sp>
      <p:sp>
        <p:nvSpPr>
          <p:cNvPr id="142" name="Tekstfelt 141">
            <a:extLst>
              <a:ext uri="{FF2B5EF4-FFF2-40B4-BE49-F238E27FC236}">
                <a16:creationId xmlns:a16="http://schemas.microsoft.com/office/drawing/2014/main" id="{A12D8BEA-2611-15C7-6CBC-6DD263A3EDE3}"/>
              </a:ext>
            </a:extLst>
          </p:cNvPr>
          <p:cNvSpPr txBox="1"/>
          <p:nvPr userDrawn="1"/>
        </p:nvSpPr>
        <p:spPr>
          <a:xfrm>
            <a:off x="177381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Ikon_188</a:t>
            </a:r>
          </a:p>
        </p:txBody>
      </p:sp>
      <p:sp>
        <p:nvSpPr>
          <p:cNvPr id="143" name="Tekstfelt 142">
            <a:extLst>
              <a:ext uri="{FF2B5EF4-FFF2-40B4-BE49-F238E27FC236}">
                <a16:creationId xmlns:a16="http://schemas.microsoft.com/office/drawing/2014/main" id="{B8C1B374-AA85-97AA-EA54-31D44B0DF368}"/>
              </a:ext>
            </a:extLst>
          </p:cNvPr>
          <p:cNvSpPr txBox="1"/>
          <p:nvPr userDrawn="1"/>
        </p:nvSpPr>
        <p:spPr>
          <a:xfrm>
            <a:off x="177381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Ikon_205</a:t>
            </a:r>
          </a:p>
        </p:txBody>
      </p:sp>
      <p:sp>
        <p:nvSpPr>
          <p:cNvPr id="144" name="Tekstfelt 143">
            <a:extLst>
              <a:ext uri="{FF2B5EF4-FFF2-40B4-BE49-F238E27FC236}">
                <a16:creationId xmlns:a16="http://schemas.microsoft.com/office/drawing/2014/main" id="{09DC2E22-39BC-9BA8-9115-BC7E1C142616}"/>
              </a:ext>
            </a:extLst>
          </p:cNvPr>
          <p:cNvSpPr txBox="1"/>
          <p:nvPr userDrawn="1"/>
        </p:nvSpPr>
        <p:spPr>
          <a:xfrm>
            <a:off x="177381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Ikon_222</a:t>
            </a:r>
          </a:p>
        </p:txBody>
      </p:sp>
      <p:sp>
        <p:nvSpPr>
          <p:cNvPr id="145" name="Tekstfelt 144">
            <a:extLst>
              <a:ext uri="{FF2B5EF4-FFF2-40B4-BE49-F238E27FC236}">
                <a16:creationId xmlns:a16="http://schemas.microsoft.com/office/drawing/2014/main" id="{7AAF0590-96A3-D445-D3C9-AE0F53E9CC11}"/>
              </a:ext>
            </a:extLst>
          </p:cNvPr>
          <p:cNvSpPr txBox="1"/>
          <p:nvPr userDrawn="1"/>
        </p:nvSpPr>
        <p:spPr>
          <a:xfrm>
            <a:off x="177381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Ikon_239</a:t>
            </a:r>
          </a:p>
        </p:txBody>
      </p:sp>
      <p:sp>
        <p:nvSpPr>
          <p:cNvPr id="146" name="Tekstfelt 145">
            <a:extLst>
              <a:ext uri="{FF2B5EF4-FFF2-40B4-BE49-F238E27FC236}">
                <a16:creationId xmlns:a16="http://schemas.microsoft.com/office/drawing/2014/main" id="{B9BBE0E8-8D5C-1542-C137-8F9F813E63C4}"/>
              </a:ext>
            </a:extLst>
          </p:cNvPr>
          <p:cNvSpPr txBox="1"/>
          <p:nvPr userDrawn="1"/>
        </p:nvSpPr>
        <p:spPr>
          <a:xfrm>
            <a:off x="839467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Ikon_138</a:t>
            </a:r>
          </a:p>
        </p:txBody>
      </p:sp>
      <p:sp>
        <p:nvSpPr>
          <p:cNvPr id="147" name="Tekstfelt 146">
            <a:extLst>
              <a:ext uri="{FF2B5EF4-FFF2-40B4-BE49-F238E27FC236}">
                <a16:creationId xmlns:a16="http://schemas.microsoft.com/office/drawing/2014/main" id="{905CE0CF-5034-4EED-004C-6192228C588B}"/>
              </a:ext>
            </a:extLst>
          </p:cNvPr>
          <p:cNvSpPr txBox="1"/>
          <p:nvPr userDrawn="1"/>
        </p:nvSpPr>
        <p:spPr>
          <a:xfrm>
            <a:off x="839467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Ikon_155</a:t>
            </a:r>
          </a:p>
        </p:txBody>
      </p:sp>
      <p:sp>
        <p:nvSpPr>
          <p:cNvPr id="148" name="Tekstfelt 147">
            <a:extLst>
              <a:ext uri="{FF2B5EF4-FFF2-40B4-BE49-F238E27FC236}">
                <a16:creationId xmlns:a16="http://schemas.microsoft.com/office/drawing/2014/main" id="{3DC7CCA7-1BD9-AD99-16B1-BEEB0B182DF3}"/>
              </a:ext>
            </a:extLst>
          </p:cNvPr>
          <p:cNvSpPr txBox="1"/>
          <p:nvPr userDrawn="1"/>
        </p:nvSpPr>
        <p:spPr>
          <a:xfrm>
            <a:off x="839467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Ikon_172</a:t>
            </a:r>
          </a:p>
        </p:txBody>
      </p:sp>
      <p:sp>
        <p:nvSpPr>
          <p:cNvPr id="149" name="Tekstfelt 148">
            <a:extLst>
              <a:ext uri="{FF2B5EF4-FFF2-40B4-BE49-F238E27FC236}">
                <a16:creationId xmlns:a16="http://schemas.microsoft.com/office/drawing/2014/main" id="{BF7824F9-0569-C9D9-029C-0998D70E16E1}"/>
              </a:ext>
            </a:extLst>
          </p:cNvPr>
          <p:cNvSpPr txBox="1"/>
          <p:nvPr userDrawn="1"/>
        </p:nvSpPr>
        <p:spPr>
          <a:xfrm>
            <a:off x="839467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Ikon_189</a:t>
            </a:r>
          </a:p>
        </p:txBody>
      </p:sp>
      <p:sp>
        <p:nvSpPr>
          <p:cNvPr id="150" name="Tekstfelt 149">
            <a:extLst>
              <a:ext uri="{FF2B5EF4-FFF2-40B4-BE49-F238E27FC236}">
                <a16:creationId xmlns:a16="http://schemas.microsoft.com/office/drawing/2014/main" id="{397C6B4C-5D4C-BD47-FFC7-09D5047A5AE3}"/>
              </a:ext>
            </a:extLst>
          </p:cNvPr>
          <p:cNvSpPr txBox="1"/>
          <p:nvPr userDrawn="1"/>
        </p:nvSpPr>
        <p:spPr>
          <a:xfrm>
            <a:off x="839467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Ikon_206</a:t>
            </a:r>
          </a:p>
        </p:txBody>
      </p:sp>
      <p:sp>
        <p:nvSpPr>
          <p:cNvPr id="151" name="Tekstfelt 150">
            <a:extLst>
              <a:ext uri="{FF2B5EF4-FFF2-40B4-BE49-F238E27FC236}">
                <a16:creationId xmlns:a16="http://schemas.microsoft.com/office/drawing/2014/main" id="{54D8C4DE-D328-1EF2-EC41-4433674DC63A}"/>
              </a:ext>
            </a:extLst>
          </p:cNvPr>
          <p:cNvSpPr txBox="1"/>
          <p:nvPr userDrawn="1"/>
        </p:nvSpPr>
        <p:spPr>
          <a:xfrm>
            <a:off x="839467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Ikon_223</a:t>
            </a:r>
          </a:p>
        </p:txBody>
      </p:sp>
      <p:sp>
        <p:nvSpPr>
          <p:cNvPr id="152" name="Tekstfelt 151">
            <a:extLst>
              <a:ext uri="{FF2B5EF4-FFF2-40B4-BE49-F238E27FC236}">
                <a16:creationId xmlns:a16="http://schemas.microsoft.com/office/drawing/2014/main" id="{F4281D9B-DBE9-CBBB-5D83-C388219A10D3}"/>
              </a:ext>
            </a:extLst>
          </p:cNvPr>
          <p:cNvSpPr txBox="1"/>
          <p:nvPr userDrawn="1"/>
        </p:nvSpPr>
        <p:spPr>
          <a:xfrm>
            <a:off x="839467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Ikon_240</a:t>
            </a:r>
          </a:p>
        </p:txBody>
      </p:sp>
      <p:sp>
        <p:nvSpPr>
          <p:cNvPr id="153" name="Tekstfelt 152">
            <a:extLst>
              <a:ext uri="{FF2B5EF4-FFF2-40B4-BE49-F238E27FC236}">
                <a16:creationId xmlns:a16="http://schemas.microsoft.com/office/drawing/2014/main" id="{9058CE28-8650-4EEA-BB43-EBBA7D90F87F}"/>
              </a:ext>
            </a:extLst>
          </p:cNvPr>
          <p:cNvSpPr txBox="1"/>
          <p:nvPr userDrawn="1"/>
        </p:nvSpPr>
        <p:spPr>
          <a:xfrm>
            <a:off x="1501554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Ikon_139</a:t>
            </a:r>
          </a:p>
        </p:txBody>
      </p:sp>
      <p:sp>
        <p:nvSpPr>
          <p:cNvPr id="154" name="Tekstfelt 153">
            <a:extLst>
              <a:ext uri="{FF2B5EF4-FFF2-40B4-BE49-F238E27FC236}">
                <a16:creationId xmlns:a16="http://schemas.microsoft.com/office/drawing/2014/main" id="{27463319-78D0-9934-D4A2-EA69A7EC1613}"/>
              </a:ext>
            </a:extLst>
          </p:cNvPr>
          <p:cNvSpPr txBox="1"/>
          <p:nvPr userDrawn="1"/>
        </p:nvSpPr>
        <p:spPr>
          <a:xfrm>
            <a:off x="1501554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Ikon_156</a:t>
            </a:r>
          </a:p>
        </p:txBody>
      </p:sp>
      <p:sp>
        <p:nvSpPr>
          <p:cNvPr id="155" name="Tekstfelt 154">
            <a:extLst>
              <a:ext uri="{FF2B5EF4-FFF2-40B4-BE49-F238E27FC236}">
                <a16:creationId xmlns:a16="http://schemas.microsoft.com/office/drawing/2014/main" id="{AFC5EAC8-84AC-3F6A-B3AF-09E5836996F0}"/>
              </a:ext>
            </a:extLst>
          </p:cNvPr>
          <p:cNvSpPr txBox="1"/>
          <p:nvPr userDrawn="1"/>
        </p:nvSpPr>
        <p:spPr>
          <a:xfrm>
            <a:off x="1501554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Ikon_173</a:t>
            </a:r>
          </a:p>
        </p:txBody>
      </p:sp>
      <p:sp>
        <p:nvSpPr>
          <p:cNvPr id="156" name="Tekstfelt 155">
            <a:extLst>
              <a:ext uri="{FF2B5EF4-FFF2-40B4-BE49-F238E27FC236}">
                <a16:creationId xmlns:a16="http://schemas.microsoft.com/office/drawing/2014/main" id="{7F567EDB-FEB6-1B26-4823-699A3520598D}"/>
              </a:ext>
            </a:extLst>
          </p:cNvPr>
          <p:cNvSpPr txBox="1"/>
          <p:nvPr userDrawn="1"/>
        </p:nvSpPr>
        <p:spPr>
          <a:xfrm>
            <a:off x="1501554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Ikon_190</a:t>
            </a:r>
          </a:p>
        </p:txBody>
      </p:sp>
      <p:sp>
        <p:nvSpPr>
          <p:cNvPr id="157" name="Tekstfelt 156">
            <a:extLst>
              <a:ext uri="{FF2B5EF4-FFF2-40B4-BE49-F238E27FC236}">
                <a16:creationId xmlns:a16="http://schemas.microsoft.com/office/drawing/2014/main" id="{C6195EC9-561C-0EDD-6CA1-5EB9F827D603}"/>
              </a:ext>
            </a:extLst>
          </p:cNvPr>
          <p:cNvSpPr txBox="1"/>
          <p:nvPr userDrawn="1"/>
        </p:nvSpPr>
        <p:spPr>
          <a:xfrm>
            <a:off x="1501554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Ikon_207</a:t>
            </a:r>
          </a:p>
        </p:txBody>
      </p:sp>
      <p:sp>
        <p:nvSpPr>
          <p:cNvPr id="158" name="Tekstfelt 157">
            <a:extLst>
              <a:ext uri="{FF2B5EF4-FFF2-40B4-BE49-F238E27FC236}">
                <a16:creationId xmlns:a16="http://schemas.microsoft.com/office/drawing/2014/main" id="{EAC4CA66-9848-AF5E-BAF6-B5575DE4E25F}"/>
              </a:ext>
            </a:extLst>
          </p:cNvPr>
          <p:cNvSpPr txBox="1"/>
          <p:nvPr userDrawn="1"/>
        </p:nvSpPr>
        <p:spPr>
          <a:xfrm>
            <a:off x="1501554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Ikon_224</a:t>
            </a:r>
          </a:p>
        </p:txBody>
      </p:sp>
      <p:sp>
        <p:nvSpPr>
          <p:cNvPr id="159" name="Tekstfelt 158">
            <a:extLst>
              <a:ext uri="{FF2B5EF4-FFF2-40B4-BE49-F238E27FC236}">
                <a16:creationId xmlns:a16="http://schemas.microsoft.com/office/drawing/2014/main" id="{075380EC-E911-7E75-277A-623D109E8085}"/>
              </a:ext>
            </a:extLst>
          </p:cNvPr>
          <p:cNvSpPr txBox="1"/>
          <p:nvPr userDrawn="1"/>
        </p:nvSpPr>
        <p:spPr>
          <a:xfrm>
            <a:off x="1501554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Ikon_241</a:t>
            </a:r>
          </a:p>
        </p:txBody>
      </p:sp>
      <p:sp>
        <p:nvSpPr>
          <p:cNvPr id="160" name="Tekstfelt 159">
            <a:extLst>
              <a:ext uri="{FF2B5EF4-FFF2-40B4-BE49-F238E27FC236}">
                <a16:creationId xmlns:a16="http://schemas.microsoft.com/office/drawing/2014/main" id="{5A07BD4D-81B8-45C9-43F5-214E62F80E3A}"/>
              </a:ext>
            </a:extLst>
          </p:cNvPr>
          <p:cNvSpPr txBox="1"/>
          <p:nvPr userDrawn="1"/>
        </p:nvSpPr>
        <p:spPr>
          <a:xfrm>
            <a:off x="2163640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Ikon_140</a:t>
            </a:r>
          </a:p>
        </p:txBody>
      </p:sp>
      <p:sp>
        <p:nvSpPr>
          <p:cNvPr id="161" name="Tekstfelt 160">
            <a:extLst>
              <a:ext uri="{FF2B5EF4-FFF2-40B4-BE49-F238E27FC236}">
                <a16:creationId xmlns:a16="http://schemas.microsoft.com/office/drawing/2014/main" id="{04D32B5B-EED2-93F5-8665-06CA58D5EE00}"/>
              </a:ext>
            </a:extLst>
          </p:cNvPr>
          <p:cNvSpPr txBox="1"/>
          <p:nvPr userDrawn="1"/>
        </p:nvSpPr>
        <p:spPr>
          <a:xfrm>
            <a:off x="2163640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Ikon_157</a:t>
            </a:r>
          </a:p>
        </p:txBody>
      </p:sp>
      <p:sp>
        <p:nvSpPr>
          <p:cNvPr id="162" name="Tekstfelt 161">
            <a:extLst>
              <a:ext uri="{FF2B5EF4-FFF2-40B4-BE49-F238E27FC236}">
                <a16:creationId xmlns:a16="http://schemas.microsoft.com/office/drawing/2014/main" id="{E3058A54-5CEB-4F76-26B9-DA949362AA04}"/>
              </a:ext>
            </a:extLst>
          </p:cNvPr>
          <p:cNvSpPr txBox="1"/>
          <p:nvPr userDrawn="1"/>
        </p:nvSpPr>
        <p:spPr>
          <a:xfrm>
            <a:off x="2163640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Ikon_174</a:t>
            </a:r>
          </a:p>
        </p:txBody>
      </p:sp>
      <p:sp>
        <p:nvSpPr>
          <p:cNvPr id="163" name="Tekstfelt 162">
            <a:extLst>
              <a:ext uri="{FF2B5EF4-FFF2-40B4-BE49-F238E27FC236}">
                <a16:creationId xmlns:a16="http://schemas.microsoft.com/office/drawing/2014/main" id="{6E65B54F-46B3-4A8B-D2B0-80B1D5B0B0FE}"/>
              </a:ext>
            </a:extLst>
          </p:cNvPr>
          <p:cNvSpPr txBox="1"/>
          <p:nvPr userDrawn="1"/>
        </p:nvSpPr>
        <p:spPr>
          <a:xfrm>
            <a:off x="2163640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Ikon_191</a:t>
            </a:r>
          </a:p>
        </p:txBody>
      </p:sp>
      <p:sp>
        <p:nvSpPr>
          <p:cNvPr id="164" name="Tekstfelt 163">
            <a:extLst>
              <a:ext uri="{FF2B5EF4-FFF2-40B4-BE49-F238E27FC236}">
                <a16:creationId xmlns:a16="http://schemas.microsoft.com/office/drawing/2014/main" id="{ECE26E79-A93B-C4AB-3067-EE7725501E27}"/>
              </a:ext>
            </a:extLst>
          </p:cNvPr>
          <p:cNvSpPr txBox="1"/>
          <p:nvPr userDrawn="1"/>
        </p:nvSpPr>
        <p:spPr>
          <a:xfrm>
            <a:off x="2163640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Ikon_208</a:t>
            </a:r>
          </a:p>
        </p:txBody>
      </p:sp>
      <p:sp>
        <p:nvSpPr>
          <p:cNvPr id="165" name="Tekstfelt 164">
            <a:extLst>
              <a:ext uri="{FF2B5EF4-FFF2-40B4-BE49-F238E27FC236}">
                <a16:creationId xmlns:a16="http://schemas.microsoft.com/office/drawing/2014/main" id="{1C9B05AE-76A5-4BE9-624D-0AB056A5705B}"/>
              </a:ext>
            </a:extLst>
          </p:cNvPr>
          <p:cNvSpPr txBox="1"/>
          <p:nvPr userDrawn="1"/>
        </p:nvSpPr>
        <p:spPr>
          <a:xfrm>
            <a:off x="2163640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Ikon_225</a:t>
            </a:r>
          </a:p>
        </p:txBody>
      </p:sp>
      <p:sp>
        <p:nvSpPr>
          <p:cNvPr id="166" name="Tekstfelt 165">
            <a:extLst>
              <a:ext uri="{FF2B5EF4-FFF2-40B4-BE49-F238E27FC236}">
                <a16:creationId xmlns:a16="http://schemas.microsoft.com/office/drawing/2014/main" id="{0829BC85-E464-47B5-6251-E546052CDA08}"/>
              </a:ext>
            </a:extLst>
          </p:cNvPr>
          <p:cNvSpPr txBox="1"/>
          <p:nvPr userDrawn="1"/>
        </p:nvSpPr>
        <p:spPr>
          <a:xfrm>
            <a:off x="2163640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Ikon_242</a:t>
            </a:r>
          </a:p>
        </p:txBody>
      </p:sp>
      <p:sp>
        <p:nvSpPr>
          <p:cNvPr id="167" name="Tekstfelt 166">
            <a:extLst>
              <a:ext uri="{FF2B5EF4-FFF2-40B4-BE49-F238E27FC236}">
                <a16:creationId xmlns:a16="http://schemas.microsoft.com/office/drawing/2014/main" id="{7BC4144F-484E-308E-C36F-1EEE1075B835}"/>
              </a:ext>
            </a:extLst>
          </p:cNvPr>
          <p:cNvSpPr txBox="1"/>
          <p:nvPr userDrawn="1"/>
        </p:nvSpPr>
        <p:spPr>
          <a:xfrm>
            <a:off x="2825727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Ikon_141</a:t>
            </a:r>
          </a:p>
        </p:txBody>
      </p:sp>
      <p:sp>
        <p:nvSpPr>
          <p:cNvPr id="168" name="Tekstfelt 167">
            <a:extLst>
              <a:ext uri="{FF2B5EF4-FFF2-40B4-BE49-F238E27FC236}">
                <a16:creationId xmlns:a16="http://schemas.microsoft.com/office/drawing/2014/main" id="{3E66ACF9-D75E-CC0A-96F6-98A6A849F31F}"/>
              </a:ext>
            </a:extLst>
          </p:cNvPr>
          <p:cNvSpPr txBox="1"/>
          <p:nvPr userDrawn="1"/>
        </p:nvSpPr>
        <p:spPr>
          <a:xfrm>
            <a:off x="2825727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Ikon_158</a:t>
            </a:r>
          </a:p>
        </p:txBody>
      </p:sp>
      <p:sp>
        <p:nvSpPr>
          <p:cNvPr id="169" name="Tekstfelt 168">
            <a:extLst>
              <a:ext uri="{FF2B5EF4-FFF2-40B4-BE49-F238E27FC236}">
                <a16:creationId xmlns:a16="http://schemas.microsoft.com/office/drawing/2014/main" id="{7F4C9466-38F3-047F-FE16-6F11167398C9}"/>
              </a:ext>
            </a:extLst>
          </p:cNvPr>
          <p:cNvSpPr txBox="1"/>
          <p:nvPr userDrawn="1"/>
        </p:nvSpPr>
        <p:spPr>
          <a:xfrm>
            <a:off x="2825727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Ikon_175</a:t>
            </a:r>
          </a:p>
        </p:txBody>
      </p:sp>
      <p:sp>
        <p:nvSpPr>
          <p:cNvPr id="170" name="Tekstfelt 169">
            <a:extLst>
              <a:ext uri="{FF2B5EF4-FFF2-40B4-BE49-F238E27FC236}">
                <a16:creationId xmlns:a16="http://schemas.microsoft.com/office/drawing/2014/main" id="{60324FA9-68A8-CF6C-8ACD-8D3009398D20}"/>
              </a:ext>
            </a:extLst>
          </p:cNvPr>
          <p:cNvSpPr txBox="1"/>
          <p:nvPr userDrawn="1"/>
        </p:nvSpPr>
        <p:spPr>
          <a:xfrm>
            <a:off x="2825727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Ikon_192</a:t>
            </a:r>
          </a:p>
        </p:txBody>
      </p:sp>
      <p:sp>
        <p:nvSpPr>
          <p:cNvPr id="171" name="Tekstfelt 170">
            <a:extLst>
              <a:ext uri="{FF2B5EF4-FFF2-40B4-BE49-F238E27FC236}">
                <a16:creationId xmlns:a16="http://schemas.microsoft.com/office/drawing/2014/main" id="{7D1CA4D6-F704-9CFB-E380-E13F97CF6C78}"/>
              </a:ext>
            </a:extLst>
          </p:cNvPr>
          <p:cNvSpPr txBox="1"/>
          <p:nvPr userDrawn="1"/>
        </p:nvSpPr>
        <p:spPr>
          <a:xfrm>
            <a:off x="2825727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Ikon_209</a:t>
            </a:r>
          </a:p>
        </p:txBody>
      </p:sp>
      <p:sp>
        <p:nvSpPr>
          <p:cNvPr id="172" name="Tekstfelt 171">
            <a:extLst>
              <a:ext uri="{FF2B5EF4-FFF2-40B4-BE49-F238E27FC236}">
                <a16:creationId xmlns:a16="http://schemas.microsoft.com/office/drawing/2014/main" id="{6ECFFE2B-7C23-9CC7-4F16-DC0A256DB9B3}"/>
              </a:ext>
            </a:extLst>
          </p:cNvPr>
          <p:cNvSpPr txBox="1"/>
          <p:nvPr userDrawn="1"/>
        </p:nvSpPr>
        <p:spPr>
          <a:xfrm>
            <a:off x="2825727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Ikon_226</a:t>
            </a:r>
          </a:p>
        </p:txBody>
      </p:sp>
      <p:sp>
        <p:nvSpPr>
          <p:cNvPr id="173" name="Tekstfelt 172">
            <a:extLst>
              <a:ext uri="{FF2B5EF4-FFF2-40B4-BE49-F238E27FC236}">
                <a16:creationId xmlns:a16="http://schemas.microsoft.com/office/drawing/2014/main" id="{55074FA4-992E-E32A-1752-2EEB99F4196C}"/>
              </a:ext>
            </a:extLst>
          </p:cNvPr>
          <p:cNvSpPr txBox="1"/>
          <p:nvPr userDrawn="1"/>
        </p:nvSpPr>
        <p:spPr>
          <a:xfrm>
            <a:off x="2825727" y="512920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Ikon_243</a:t>
            </a:r>
          </a:p>
        </p:txBody>
      </p:sp>
      <p:sp>
        <p:nvSpPr>
          <p:cNvPr id="174" name="Tekstfelt 173">
            <a:extLst>
              <a:ext uri="{FF2B5EF4-FFF2-40B4-BE49-F238E27FC236}">
                <a16:creationId xmlns:a16="http://schemas.microsoft.com/office/drawing/2014/main" id="{EBAFB788-2F76-5BEA-1B96-E28276EC1DC0}"/>
              </a:ext>
            </a:extLst>
          </p:cNvPr>
          <p:cNvSpPr txBox="1"/>
          <p:nvPr userDrawn="1"/>
        </p:nvSpPr>
        <p:spPr>
          <a:xfrm>
            <a:off x="3487813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Ikon_142</a:t>
            </a:r>
          </a:p>
        </p:txBody>
      </p:sp>
      <p:sp>
        <p:nvSpPr>
          <p:cNvPr id="175" name="Tekstfelt 174">
            <a:extLst>
              <a:ext uri="{FF2B5EF4-FFF2-40B4-BE49-F238E27FC236}">
                <a16:creationId xmlns:a16="http://schemas.microsoft.com/office/drawing/2014/main" id="{2FF96A0B-AD11-8A11-FF06-0C773F4A1B82}"/>
              </a:ext>
            </a:extLst>
          </p:cNvPr>
          <p:cNvSpPr txBox="1"/>
          <p:nvPr userDrawn="1"/>
        </p:nvSpPr>
        <p:spPr>
          <a:xfrm>
            <a:off x="3487813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Ikon_159</a:t>
            </a:r>
          </a:p>
        </p:txBody>
      </p:sp>
      <p:sp>
        <p:nvSpPr>
          <p:cNvPr id="176" name="Tekstfelt 175">
            <a:extLst>
              <a:ext uri="{FF2B5EF4-FFF2-40B4-BE49-F238E27FC236}">
                <a16:creationId xmlns:a16="http://schemas.microsoft.com/office/drawing/2014/main" id="{3AEEBF71-9AEE-0482-CF18-0C5FF4667AD1}"/>
              </a:ext>
            </a:extLst>
          </p:cNvPr>
          <p:cNvSpPr txBox="1"/>
          <p:nvPr userDrawn="1"/>
        </p:nvSpPr>
        <p:spPr>
          <a:xfrm>
            <a:off x="3487813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Ikon_176</a:t>
            </a:r>
          </a:p>
        </p:txBody>
      </p:sp>
      <p:sp>
        <p:nvSpPr>
          <p:cNvPr id="177" name="Tekstfelt 176">
            <a:extLst>
              <a:ext uri="{FF2B5EF4-FFF2-40B4-BE49-F238E27FC236}">
                <a16:creationId xmlns:a16="http://schemas.microsoft.com/office/drawing/2014/main" id="{F463DC8A-75E9-A709-6E6F-6A4438996B52}"/>
              </a:ext>
            </a:extLst>
          </p:cNvPr>
          <p:cNvSpPr txBox="1"/>
          <p:nvPr userDrawn="1"/>
        </p:nvSpPr>
        <p:spPr>
          <a:xfrm>
            <a:off x="3487813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Ikon_193</a:t>
            </a:r>
          </a:p>
        </p:txBody>
      </p:sp>
      <p:sp>
        <p:nvSpPr>
          <p:cNvPr id="178" name="Tekstfelt 177">
            <a:extLst>
              <a:ext uri="{FF2B5EF4-FFF2-40B4-BE49-F238E27FC236}">
                <a16:creationId xmlns:a16="http://schemas.microsoft.com/office/drawing/2014/main" id="{D41C2920-6FD8-AB59-2864-36950CB89D9F}"/>
              </a:ext>
            </a:extLst>
          </p:cNvPr>
          <p:cNvSpPr txBox="1"/>
          <p:nvPr userDrawn="1"/>
        </p:nvSpPr>
        <p:spPr>
          <a:xfrm>
            <a:off x="3487813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Ikon_210</a:t>
            </a:r>
          </a:p>
        </p:txBody>
      </p:sp>
      <p:sp>
        <p:nvSpPr>
          <p:cNvPr id="179" name="Tekstfelt 178">
            <a:extLst>
              <a:ext uri="{FF2B5EF4-FFF2-40B4-BE49-F238E27FC236}">
                <a16:creationId xmlns:a16="http://schemas.microsoft.com/office/drawing/2014/main" id="{9DCF827B-7D05-13F0-BA55-5435471C147F}"/>
              </a:ext>
            </a:extLst>
          </p:cNvPr>
          <p:cNvSpPr txBox="1"/>
          <p:nvPr userDrawn="1"/>
        </p:nvSpPr>
        <p:spPr>
          <a:xfrm>
            <a:off x="3487813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Ikon_227</a:t>
            </a:r>
          </a:p>
        </p:txBody>
      </p:sp>
      <p:sp>
        <p:nvSpPr>
          <p:cNvPr id="180" name="Tekstfelt 179">
            <a:extLst>
              <a:ext uri="{FF2B5EF4-FFF2-40B4-BE49-F238E27FC236}">
                <a16:creationId xmlns:a16="http://schemas.microsoft.com/office/drawing/2014/main" id="{CF10FF70-0A7A-BD03-5C41-5B060462163F}"/>
              </a:ext>
            </a:extLst>
          </p:cNvPr>
          <p:cNvSpPr txBox="1"/>
          <p:nvPr userDrawn="1"/>
        </p:nvSpPr>
        <p:spPr>
          <a:xfrm>
            <a:off x="4149900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Ikon_143</a:t>
            </a:r>
          </a:p>
        </p:txBody>
      </p:sp>
      <p:sp>
        <p:nvSpPr>
          <p:cNvPr id="181" name="Tekstfelt 180">
            <a:extLst>
              <a:ext uri="{FF2B5EF4-FFF2-40B4-BE49-F238E27FC236}">
                <a16:creationId xmlns:a16="http://schemas.microsoft.com/office/drawing/2014/main" id="{BD920E53-AA03-FE04-CDCF-80756B539E24}"/>
              </a:ext>
            </a:extLst>
          </p:cNvPr>
          <p:cNvSpPr txBox="1"/>
          <p:nvPr userDrawn="1"/>
        </p:nvSpPr>
        <p:spPr>
          <a:xfrm>
            <a:off x="4149900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Ikon_160</a:t>
            </a:r>
          </a:p>
        </p:txBody>
      </p:sp>
      <p:sp>
        <p:nvSpPr>
          <p:cNvPr id="182" name="Tekstfelt 181">
            <a:extLst>
              <a:ext uri="{FF2B5EF4-FFF2-40B4-BE49-F238E27FC236}">
                <a16:creationId xmlns:a16="http://schemas.microsoft.com/office/drawing/2014/main" id="{6CA35985-E6F4-CE36-C206-D84371D35D44}"/>
              </a:ext>
            </a:extLst>
          </p:cNvPr>
          <p:cNvSpPr txBox="1"/>
          <p:nvPr userDrawn="1"/>
        </p:nvSpPr>
        <p:spPr>
          <a:xfrm>
            <a:off x="4149900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Ikon_177</a:t>
            </a:r>
          </a:p>
        </p:txBody>
      </p:sp>
      <p:sp>
        <p:nvSpPr>
          <p:cNvPr id="183" name="Tekstfelt 182">
            <a:extLst>
              <a:ext uri="{FF2B5EF4-FFF2-40B4-BE49-F238E27FC236}">
                <a16:creationId xmlns:a16="http://schemas.microsoft.com/office/drawing/2014/main" id="{45288760-5DCE-32C7-A636-8507479C236F}"/>
              </a:ext>
            </a:extLst>
          </p:cNvPr>
          <p:cNvSpPr txBox="1"/>
          <p:nvPr userDrawn="1"/>
        </p:nvSpPr>
        <p:spPr>
          <a:xfrm>
            <a:off x="4149900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Ikon_194</a:t>
            </a:r>
          </a:p>
        </p:txBody>
      </p:sp>
      <p:sp>
        <p:nvSpPr>
          <p:cNvPr id="184" name="Tekstfelt 183">
            <a:extLst>
              <a:ext uri="{FF2B5EF4-FFF2-40B4-BE49-F238E27FC236}">
                <a16:creationId xmlns:a16="http://schemas.microsoft.com/office/drawing/2014/main" id="{F8A3B569-52E7-11D5-DBCF-FC7C7FFCDCBD}"/>
              </a:ext>
            </a:extLst>
          </p:cNvPr>
          <p:cNvSpPr txBox="1"/>
          <p:nvPr userDrawn="1"/>
        </p:nvSpPr>
        <p:spPr>
          <a:xfrm>
            <a:off x="4149900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Ikon_211</a:t>
            </a:r>
          </a:p>
        </p:txBody>
      </p:sp>
      <p:sp>
        <p:nvSpPr>
          <p:cNvPr id="185" name="Tekstfelt 184">
            <a:extLst>
              <a:ext uri="{FF2B5EF4-FFF2-40B4-BE49-F238E27FC236}">
                <a16:creationId xmlns:a16="http://schemas.microsoft.com/office/drawing/2014/main" id="{CA7194A6-0597-15F4-FAF8-6B8435D5B787}"/>
              </a:ext>
            </a:extLst>
          </p:cNvPr>
          <p:cNvSpPr txBox="1"/>
          <p:nvPr userDrawn="1"/>
        </p:nvSpPr>
        <p:spPr>
          <a:xfrm>
            <a:off x="4149900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Ikon_228</a:t>
            </a:r>
          </a:p>
        </p:txBody>
      </p:sp>
      <p:sp>
        <p:nvSpPr>
          <p:cNvPr id="186" name="Tekstfelt 185">
            <a:extLst>
              <a:ext uri="{FF2B5EF4-FFF2-40B4-BE49-F238E27FC236}">
                <a16:creationId xmlns:a16="http://schemas.microsoft.com/office/drawing/2014/main" id="{DF947A74-F9C2-D4DC-3A79-E645B7FDF982}"/>
              </a:ext>
            </a:extLst>
          </p:cNvPr>
          <p:cNvSpPr txBox="1"/>
          <p:nvPr userDrawn="1"/>
        </p:nvSpPr>
        <p:spPr>
          <a:xfrm>
            <a:off x="4811987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Ikon_144</a:t>
            </a:r>
          </a:p>
        </p:txBody>
      </p:sp>
      <p:sp>
        <p:nvSpPr>
          <p:cNvPr id="187" name="Tekstfelt 186">
            <a:extLst>
              <a:ext uri="{FF2B5EF4-FFF2-40B4-BE49-F238E27FC236}">
                <a16:creationId xmlns:a16="http://schemas.microsoft.com/office/drawing/2014/main" id="{CA55EF30-3C97-D9EB-9F0F-B4A8032D6896}"/>
              </a:ext>
            </a:extLst>
          </p:cNvPr>
          <p:cNvSpPr txBox="1"/>
          <p:nvPr userDrawn="1"/>
        </p:nvSpPr>
        <p:spPr>
          <a:xfrm>
            <a:off x="4811987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Ikon_161</a:t>
            </a:r>
          </a:p>
        </p:txBody>
      </p:sp>
      <p:sp>
        <p:nvSpPr>
          <p:cNvPr id="188" name="Tekstfelt 187">
            <a:extLst>
              <a:ext uri="{FF2B5EF4-FFF2-40B4-BE49-F238E27FC236}">
                <a16:creationId xmlns:a16="http://schemas.microsoft.com/office/drawing/2014/main" id="{7398A0AC-A7F0-72DF-1A27-EE9ACB874A73}"/>
              </a:ext>
            </a:extLst>
          </p:cNvPr>
          <p:cNvSpPr txBox="1"/>
          <p:nvPr userDrawn="1"/>
        </p:nvSpPr>
        <p:spPr>
          <a:xfrm>
            <a:off x="4811987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Ikon_178</a:t>
            </a:r>
          </a:p>
        </p:txBody>
      </p:sp>
      <p:sp>
        <p:nvSpPr>
          <p:cNvPr id="189" name="Tekstfelt 188">
            <a:extLst>
              <a:ext uri="{FF2B5EF4-FFF2-40B4-BE49-F238E27FC236}">
                <a16:creationId xmlns:a16="http://schemas.microsoft.com/office/drawing/2014/main" id="{9924D92F-7611-73FB-7A9E-CB7214DB27BD}"/>
              </a:ext>
            </a:extLst>
          </p:cNvPr>
          <p:cNvSpPr txBox="1"/>
          <p:nvPr userDrawn="1"/>
        </p:nvSpPr>
        <p:spPr>
          <a:xfrm>
            <a:off x="4811987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Ikon_195</a:t>
            </a:r>
          </a:p>
        </p:txBody>
      </p:sp>
      <p:sp>
        <p:nvSpPr>
          <p:cNvPr id="190" name="Tekstfelt 189">
            <a:extLst>
              <a:ext uri="{FF2B5EF4-FFF2-40B4-BE49-F238E27FC236}">
                <a16:creationId xmlns:a16="http://schemas.microsoft.com/office/drawing/2014/main" id="{099BC05F-D4DC-0A73-AEDD-0AC321798E45}"/>
              </a:ext>
            </a:extLst>
          </p:cNvPr>
          <p:cNvSpPr txBox="1"/>
          <p:nvPr userDrawn="1"/>
        </p:nvSpPr>
        <p:spPr>
          <a:xfrm>
            <a:off x="4811987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Ikon_212</a:t>
            </a:r>
          </a:p>
        </p:txBody>
      </p:sp>
      <p:sp>
        <p:nvSpPr>
          <p:cNvPr id="191" name="Tekstfelt 190">
            <a:extLst>
              <a:ext uri="{FF2B5EF4-FFF2-40B4-BE49-F238E27FC236}">
                <a16:creationId xmlns:a16="http://schemas.microsoft.com/office/drawing/2014/main" id="{3DFB19C3-383E-4895-CA37-54571C2240F5}"/>
              </a:ext>
            </a:extLst>
          </p:cNvPr>
          <p:cNvSpPr txBox="1"/>
          <p:nvPr userDrawn="1"/>
        </p:nvSpPr>
        <p:spPr>
          <a:xfrm>
            <a:off x="4811987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Ikon_229</a:t>
            </a:r>
          </a:p>
        </p:txBody>
      </p:sp>
      <p:sp>
        <p:nvSpPr>
          <p:cNvPr id="192" name="Tekstfelt 191">
            <a:extLst>
              <a:ext uri="{FF2B5EF4-FFF2-40B4-BE49-F238E27FC236}">
                <a16:creationId xmlns:a16="http://schemas.microsoft.com/office/drawing/2014/main" id="{EC6E8427-9B2A-CF58-F699-63BC8E3ECE6D}"/>
              </a:ext>
            </a:extLst>
          </p:cNvPr>
          <p:cNvSpPr txBox="1"/>
          <p:nvPr userDrawn="1"/>
        </p:nvSpPr>
        <p:spPr>
          <a:xfrm>
            <a:off x="5474073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Ikon_145</a:t>
            </a:r>
          </a:p>
        </p:txBody>
      </p:sp>
      <p:sp>
        <p:nvSpPr>
          <p:cNvPr id="193" name="Tekstfelt 192">
            <a:extLst>
              <a:ext uri="{FF2B5EF4-FFF2-40B4-BE49-F238E27FC236}">
                <a16:creationId xmlns:a16="http://schemas.microsoft.com/office/drawing/2014/main" id="{0EBFB66B-6AF0-6DC4-3855-F5805D7F2377}"/>
              </a:ext>
            </a:extLst>
          </p:cNvPr>
          <p:cNvSpPr txBox="1"/>
          <p:nvPr userDrawn="1"/>
        </p:nvSpPr>
        <p:spPr>
          <a:xfrm>
            <a:off x="5474073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Ikon_162</a:t>
            </a:r>
          </a:p>
        </p:txBody>
      </p:sp>
      <p:sp>
        <p:nvSpPr>
          <p:cNvPr id="194" name="Tekstfelt 193">
            <a:extLst>
              <a:ext uri="{FF2B5EF4-FFF2-40B4-BE49-F238E27FC236}">
                <a16:creationId xmlns:a16="http://schemas.microsoft.com/office/drawing/2014/main" id="{2135C102-F231-1AA1-9B05-A896F136582B}"/>
              </a:ext>
            </a:extLst>
          </p:cNvPr>
          <p:cNvSpPr txBox="1"/>
          <p:nvPr userDrawn="1"/>
        </p:nvSpPr>
        <p:spPr>
          <a:xfrm>
            <a:off x="5474073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Ikon_179</a:t>
            </a:r>
          </a:p>
        </p:txBody>
      </p:sp>
      <p:sp>
        <p:nvSpPr>
          <p:cNvPr id="195" name="Tekstfelt 194">
            <a:extLst>
              <a:ext uri="{FF2B5EF4-FFF2-40B4-BE49-F238E27FC236}">
                <a16:creationId xmlns:a16="http://schemas.microsoft.com/office/drawing/2014/main" id="{C8625ECF-6C9C-7B67-B56C-003A229ADA72}"/>
              </a:ext>
            </a:extLst>
          </p:cNvPr>
          <p:cNvSpPr txBox="1"/>
          <p:nvPr userDrawn="1"/>
        </p:nvSpPr>
        <p:spPr>
          <a:xfrm>
            <a:off x="5474073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Ikon_196</a:t>
            </a:r>
          </a:p>
        </p:txBody>
      </p:sp>
      <p:sp>
        <p:nvSpPr>
          <p:cNvPr id="196" name="Tekstfelt 195">
            <a:extLst>
              <a:ext uri="{FF2B5EF4-FFF2-40B4-BE49-F238E27FC236}">
                <a16:creationId xmlns:a16="http://schemas.microsoft.com/office/drawing/2014/main" id="{884CFA39-9DD9-DEEE-6594-7D123A730091}"/>
              </a:ext>
            </a:extLst>
          </p:cNvPr>
          <p:cNvSpPr txBox="1"/>
          <p:nvPr userDrawn="1"/>
        </p:nvSpPr>
        <p:spPr>
          <a:xfrm>
            <a:off x="5474073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Ikon_213</a:t>
            </a:r>
          </a:p>
        </p:txBody>
      </p:sp>
      <p:sp>
        <p:nvSpPr>
          <p:cNvPr id="197" name="Tekstfelt 196">
            <a:extLst>
              <a:ext uri="{FF2B5EF4-FFF2-40B4-BE49-F238E27FC236}">
                <a16:creationId xmlns:a16="http://schemas.microsoft.com/office/drawing/2014/main" id="{047D2E26-AA36-2D57-478E-90FF9D41EDCC}"/>
              </a:ext>
            </a:extLst>
          </p:cNvPr>
          <p:cNvSpPr txBox="1"/>
          <p:nvPr userDrawn="1"/>
        </p:nvSpPr>
        <p:spPr>
          <a:xfrm>
            <a:off x="5474073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Ikon_230</a:t>
            </a:r>
          </a:p>
        </p:txBody>
      </p:sp>
      <p:sp>
        <p:nvSpPr>
          <p:cNvPr id="198" name="Tekstfelt 197">
            <a:extLst>
              <a:ext uri="{FF2B5EF4-FFF2-40B4-BE49-F238E27FC236}">
                <a16:creationId xmlns:a16="http://schemas.microsoft.com/office/drawing/2014/main" id="{67AAF047-DCBC-1662-1F2F-851C1E83F0BC}"/>
              </a:ext>
            </a:extLst>
          </p:cNvPr>
          <p:cNvSpPr txBox="1"/>
          <p:nvPr userDrawn="1"/>
        </p:nvSpPr>
        <p:spPr>
          <a:xfrm>
            <a:off x="6136160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Ikon_146</a:t>
            </a:r>
          </a:p>
        </p:txBody>
      </p:sp>
      <p:sp>
        <p:nvSpPr>
          <p:cNvPr id="199" name="Tekstfelt 198">
            <a:extLst>
              <a:ext uri="{FF2B5EF4-FFF2-40B4-BE49-F238E27FC236}">
                <a16:creationId xmlns:a16="http://schemas.microsoft.com/office/drawing/2014/main" id="{71BE209F-8250-CEF2-0E83-E96F2EA03BDC}"/>
              </a:ext>
            </a:extLst>
          </p:cNvPr>
          <p:cNvSpPr txBox="1"/>
          <p:nvPr userDrawn="1"/>
        </p:nvSpPr>
        <p:spPr>
          <a:xfrm>
            <a:off x="6136160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Ikon_163</a:t>
            </a:r>
          </a:p>
        </p:txBody>
      </p:sp>
      <p:sp>
        <p:nvSpPr>
          <p:cNvPr id="200" name="Tekstfelt 199">
            <a:extLst>
              <a:ext uri="{FF2B5EF4-FFF2-40B4-BE49-F238E27FC236}">
                <a16:creationId xmlns:a16="http://schemas.microsoft.com/office/drawing/2014/main" id="{D35E613C-9FF2-2393-8297-609CDE51DA19}"/>
              </a:ext>
            </a:extLst>
          </p:cNvPr>
          <p:cNvSpPr txBox="1"/>
          <p:nvPr userDrawn="1"/>
        </p:nvSpPr>
        <p:spPr>
          <a:xfrm>
            <a:off x="6136160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Ikon_180</a:t>
            </a:r>
          </a:p>
        </p:txBody>
      </p:sp>
      <p:sp>
        <p:nvSpPr>
          <p:cNvPr id="201" name="Tekstfelt 200">
            <a:extLst>
              <a:ext uri="{FF2B5EF4-FFF2-40B4-BE49-F238E27FC236}">
                <a16:creationId xmlns:a16="http://schemas.microsoft.com/office/drawing/2014/main" id="{4EF28846-46C0-72D0-DAC4-2DA63B5239C2}"/>
              </a:ext>
            </a:extLst>
          </p:cNvPr>
          <p:cNvSpPr txBox="1"/>
          <p:nvPr userDrawn="1"/>
        </p:nvSpPr>
        <p:spPr>
          <a:xfrm>
            <a:off x="6136160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Ikon_197</a:t>
            </a:r>
          </a:p>
        </p:txBody>
      </p:sp>
      <p:sp>
        <p:nvSpPr>
          <p:cNvPr id="202" name="Tekstfelt 201">
            <a:extLst>
              <a:ext uri="{FF2B5EF4-FFF2-40B4-BE49-F238E27FC236}">
                <a16:creationId xmlns:a16="http://schemas.microsoft.com/office/drawing/2014/main" id="{E1455BB4-82AF-7177-DFFC-5C0E997A5173}"/>
              </a:ext>
            </a:extLst>
          </p:cNvPr>
          <p:cNvSpPr txBox="1"/>
          <p:nvPr userDrawn="1"/>
        </p:nvSpPr>
        <p:spPr>
          <a:xfrm>
            <a:off x="6136160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Ikon_214</a:t>
            </a:r>
          </a:p>
        </p:txBody>
      </p:sp>
      <p:sp>
        <p:nvSpPr>
          <p:cNvPr id="203" name="Tekstfelt 202">
            <a:extLst>
              <a:ext uri="{FF2B5EF4-FFF2-40B4-BE49-F238E27FC236}">
                <a16:creationId xmlns:a16="http://schemas.microsoft.com/office/drawing/2014/main" id="{049A48C0-B86E-BF9B-311C-18AB3AE33447}"/>
              </a:ext>
            </a:extLst>
          </p:cNvPr>
          <p:cNvSpPr txBox="1"/>
          <p:nvPr userDrawn="1"/>
        </p:nvSpPr>
        <p:spPr>
          <a:xfrm>
            <a:off x="6136160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Ikon_231</a:t>
            </a:r>
          </a:p>
        </p:txBody>
      </p:sp>
      <p:sp>
        <p:nvSpPr>
          <p:cNvPr id="204" name="Tekstfelt 203">
            <a:extLst>
              <a:ext uri="{FF2B5EF4-FFF2-40B4-BE49-F238E27FC236}">
                <a16:creationId xmlns:a16="http://schemas.microsoft.com/office/drawing/2014/main" id="{2E8485DF-FB13-A97A-BDD6-9EF8F3F73CC7}"/>
              </a:ext>
            </a:extLst>
          </p:cNvPr>
          <p:cNvSpPr txBox="1"/>
          <p:nvPr userDrawn="1"/>
        </p:nvSpPr>
        <p:spPr>
          <a:xfrm>
            <a:off x="6798246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Ikon_147</a:t>
            </a:r>
          </a:p>
        </p:txBody>
      </p:sp>
      <p:sp>
        <p:nvSpPr>
          <p:cNvPr id="205" name="Tekstfelt 204">
            <a:extLst>
              <a:ext uri="{FF2B5EF4-FFF2-40B4-BE49-F238E27FC236}">
                <a16:creationId xmlns:a16="http://schemas.microsoft.com/office/drawing/2014/main" id="{8587D332-4893-31EE-19C0-62E547121DBD}"/>
              </a:ext>
            </a:extLst>
          </p:cNvPr>
          <p:cNvSpPr txBox="1"/>
          <p:nvPr userDrawn="1"/>
        </p:nvSpPr>
        <p:spPr>
          <a:xfrm>
            <a:off x="6798246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Ikon_164</a:t>
            </a:r>
          </a:p>
        </p:txBody>
      </p:sp>
      <p:sp>
        <p:nvSpPr>
          <p:cNvPr id="206" name="Tekstfelt 205">
            <a:extLst>
              <a:ext uri="{FF2B5EF4-FFF2-40B4-BE49-F238E27FC236}">
                <a16:creationId xmlns:a16="http://schemas.microsoft.com/office/drawing/2014/main" id="{ABBF2E4F-819D-AA9D-0F5C-F90390120A7B}"/>
              </a:ext>
            </a:extLst>
          </p:cNvPr>
          <p:cNvSpPr txBox="1"/>
          <p:nvPr userDrawn="1"/>
        </p:nvSpPr>
        <p:spPr>
          <a:xfrm>
            <a:off x="6798246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Ikon_181</a:t>
            </a:r>
          </a:p>
        </p:txBody>
      </p:sp>
      <p:sp>
        <p:nvSpPr>
          <p:cNvPr id="207" name="Tekstfelt 206">
            <a:extLst>
              <a:ext uri="{FF2B5EF4-FFF2-40B4-BE49-F238E27FC236}">
                <a16:creationId xmlns:a16="http://schemas.microsoft.com/office/drawing/2014/main" id="{D5788285-D028-A582-D42B-251F3DFC472A}"/>
              </a:ext>
            </a:extLst>
          </p:cNvPr>
          <p:cNvSpPr txBox="1"/>
          <p:nvPr userDrawn="1"/>
        </p:nvSpPr>
        <p:spPr>
          <a:xfrm>
            <a:off x="6798246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Ikon_198</a:t>
            </a:r>
          </a:p>
        </p:txBody>
      </p:sp>
      <p:sp>
        <p:nvSpPr>
          <p:cNvPr id="208" name="Tekstfelt 207">
            <a:extLst>
              <a:ext uri="{FF2B5EF4-FFF2-40B4-BE49-F238E27FC236}">
                <a16:creationId xmlns:a16="http://schemas.microsoft.com/office/drawing/2014/main" id="{7DA13DCB-AAAD-B92F-2B93-35D57FAFC283}"/>
              </a:ext>
            </a:extLst>
          </p:cNvPr>
          <p:cNvSpPr txBox="1"/>
          <p:nvPr userDrawn="1"/>
        </p:nvSpPr>
        <p:spPr>
          <a:xfrm>
            <a:off x="6798246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Ikon_215</a:t>
            </a:r>
          </a:p>
        </p:txBody>
      </p:sp>
      <p:sp>
        <p:nvSpPr>
          <p:cNvPr id="209" name="Tekstfelt 208">
            <a:extLst>
              <a:ext uri="{FF2B5EF4-FFF2-40B4-BE49-F238E27FC236}">
                <a16:creationId xmlns:a16="http://schemas.microsoft.com/office/drawing/2014/main" id="{47C06704-E2A5-5288-901C-B0CE2AC8FE4B}"/>
              </a:ext>
            </a:extLst>
          </p:cNvPr>
          <p:cNvSpPr txBox="1"/>
          <p:nvPr userDrawn="1"/>
        </p:nvSpPr>
        <p:spPr>
          <a:xfrm>
            <a:off x="6798246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Ikon_232</a:t>
            </a:r>
          </a:p>
        </p:txBody>
      </p:sp>
      <p:sp>
        <p:nvSpPr>
          <p:cNvPr id="210" name="Tekstfelt 209">
            <a:extLst>
              <a:ext uri="{FF2B5EF4-FFF2-40B4-BE49-F238E27FC236}">
                <a16:creationId xmlns:a16="http://schemas.microsoft.com/office/drawing/2014/main" id="{F6BB9722-D07E-8410-B16E-EA252C2E94E7}"/>
              </a:ext>
            </a:extLst>
          </p:cNvPr>
          <p:cNvSpPr txBox="1"/>
          <p:nvPr userDrawn="1"/>
        </p:nvSpPr>
        <p:spPr>
          <a:xfrm>
            <a:off x="7460333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Ikon_148</a:t>
            </a:r>
          </a:p>
        </p:txBody>
      </p:sp>
      <p:sp>
        <p:nvSpPr>
          <p:cNvPr id="211" name="Tekstfelt 210">
            <a:extLst>
              <a:ext uri="{FF2B5EF4-FFF2-40B4-BE49-F238E27FC236}">
                <a16:creationId xmlns:a16="http://schemas.microsoft.com/office/drawing/2014/main" id="{F8D1BDDB-A566-FF6C-F88A-85F0FBB2539C}"/>
              </a:ext>
            </a:extLst>
          </p:cNvPr>
          <p:cNvSpPr txBox="1"/>
          <p:nvPr userDrawn="1"/>
        </p:nvSpPr>
        <p:spPr>
          <a:xfrm>
            <a:off x="7460333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Ikon_165</a:t>
            </a:r>
          </a:p>
        </p:txBody>
      </p:sp>
      <p:sp>
        <p:nvSpPr>
          <p:cNvPr id="212" name="Tekstfelt 211">
            <a:extLst>
              <a:ext uri="{FF2B5EF4-FFF2-40B4-BE49-F238E27FC236}">
                <a16:creationId xmlns:a16="http://schemas.microsoft.com/office/drawing/2014/main" id="{8EEEB430-2DE8-D033-4968-702E360CA2B7}"/>
              </a:ext>
            </a:extLst>
          </p:cNvPr>
          <p:cNvSpPr txBox="1"/>
          <p:nvPr userDrawn="1"/>
        </p:nvSpPr>
        <p:spPr>
          <a:xfrm>
            <a:off x="7460333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Ikon_182</a:t>
            </a:r>
          </a:p>
        </p:txBody>
      </p:sp>
      <p:sp>
        <p:nvSpPr>
          <p:cNvPr id="213" name="Tekstfelt 212">
            <a:extLst>
              <a:ext uri="{FF2B5EF4-FFF2-40B4-BE49-F238E27FC236}">
                <a16:creationId xmlns:a16="http://schemas.microsoft.com/office/drawing/2014/main" id="{30871AEB-224C-421D-6BF7-E8BE4B34EC63}"/>
              </a:ext>
            </a:extLst>
          </p:cNvPr>
          <p:cNvSpPr txBox="1"/>
          <p:nvPr userDrawn="1"/>
        </p:nvSpPr>
        <p:spPr>
          <a:xfrm>
            <a:off x="7460333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Ikon_199</a:t>
            </a:r>
          </a:p>
        </p:txBody>
      </p:sp>
      <p:sp>
        <p:nvSpPr>
          <p:cNvPr id="214" name="Tekstfelt 213">
            <a:extLst>
              <a:ext uri="{FF2B5EF4-FFF2-40B4-BE49-F238E27FC236}">
                <a16:creationId xmlns:a16="http://schemas.microsoft.com/office/drawing/2014/main" id="{3F0C1D47-1E76-CAE9-CFA3-619058280DD0}"/>
              </a:ext>
            </a:extLst>
          </p:cNvPr>
          <p:cNvSpPr txBox="1"/>
          <p:nvPr userDrawn="1"/>
        </p:nvSpPr>
        <p:spPr>
          <a:xfrm>
            <a:off x="7460333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Ikon_216</a:t>
            </a:r>
          </a:p>
        </p:txBody>
      </p:sp>
      <p:sp>
        <p:nvSpPr>
          <p:cNvPr id="215" name="Tekstfelt 214">
            <a:extLst>
              <a:ext uri="{FF2B5EF4-FFF2-40B4-BE49-F238E27FC236}">
                <a16:creationId xmlns:a16="http://schemas.microsoft.com/office/drawing/2014/main" id="{3210CDC8-53C7-42E0-4ABC-2A022AC68E80}"/>
              </a:ext>
            </a:extLst>
          </p:cNvPr>
          <p:cNvSpPr txBox="1"/>
          <p:nvPr userDrawn="1"/>
        </p:nvSpPr>
        <p:spPr>
          <a:xfrm>
            <a:off x="7460333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Ikon_233</a:t>
            </a:r>
          </a:p>
        </p:txBody>
      </p:sp>
      <p:sp>
        <p:nvSpPr>
          <p:cNvPr id="216" name="Tekstfelt 215">
            <a:extLst>
              <a:ext uri="{FF2B5EF4-FFF2-40B4-BE49-F238E27FC236}">
                <a16:creationId xmlns:a16="http://schemas.microsoft.com/office/drawing/2014/main" id="{037607B9-CF5C-7B64-10C0-EEFA0C2D50B6}"/>
              </a:ext>
            </a:extLst>
          </p:cNvPr>
          <p:cNvSpPr txBox="1"/>
          <p:nvPr userDrawn="1"/>
        </p:nvSpPr>
        <p:spPr>
          <a:xfrm>
            <a:off x="8122419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Ikon_149</a:t>
            </a:r>
          </a:p>
        </p:txBody>
      </p:sp>
      <p:sp>
        <p:nvSpPr>
          <p:cNvPr id="217" name="Tekstfelt 216">
            <a:extLst>
              <a:ext uri="{FF2B5EF4-FFF2-40B4-BE49-F238E27FC236}">
                <a16:creationId xmlns:a16="http://schemas.microsoft.com/office/drawing/2014/main" id="{5F5423A5-0CA8-4093-F4AC-AE05CEBDAFB5}"/>
              </a:ext>
            </a:extLst>
          </p:cNvPr>
          <p:cNvSpPr txBox="1"/>
          <p:nvPr userDrawn="1"/>
        </p:nvSpPr>
        <p:spPr>
          <a:xfrm>
            <a:off x="8122419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Ikon_166</a:t>
            </a:r>
          </a:p>
        </p:txBody>
      </p:sp>
      <p:sp>
        <p:nvSpPr>
          <p:cNvPr id="218" name="Tekstfelt 217">
            <a:extLst>
              <a:ext uri="{FF2B5EF4-FFF2-40B4-BE49-F238E27FC236}">
                <a16:creationId xmlns:a16="http://schemas.microsoft.com/office/drawing/2014/main" id="{A15897CE-D997-DDE1-5360-E34F4FED98BD}"/>
              </a:ext>
            </a:extLst>
          </p:cNvPr>
          <p:cNvSpPr txBox="1"/>
          <p:nvPr userDrawn="1"/>
        </p:nvSpPr>
        <p:spPr>
          <a:xfrm>
            <a:off x="8122419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Ikon_183</a:t>
            </a:r>
          </a:p>
        </p:txBody>
      </p:sp>
      <p:sp>
        <p:nvSpPr>
          <p:cNvPr id="219" name="Tekstfelt 218">
            <a:extLst>
              <a:ext uri="{FF2B5EF4-FFF2-40B4-BE49-F238E27FC236}">
                <a16:creationId xmlns:a16="http://schemas.microsoft.com/office/drawing/2014/main" id="{A828A5A4-16C1-0880-7850-2671F7334EE4}"/>
              </a:ext>
            </a:extLst>
          </p:cNvPr>
          <p:cNvSpPr txBox="1"/>
          <p:nvPr userDrawn="1"/>
        </p:nvSpPr>
        <p:spPr>
          <a:xfrm>
            <a:off x="8122419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Ikon_200</a:t>
            </a:r>
          </a:p>
        </p:txBody>
      </p:sp>
      <p:sp>
        <p:nvSpPr>
          <p:cNvPr id="220" name="Tekstfelt 219">
            <a:extLst>
              <a:ext uri="{FF2B5EF4-FFF2-40B4-BE49-F238E27FC236}">
                <a16:creationId xmlns:a16="http://schemas.microsoft.com/office/drawing/2014/main" id="{BF199C77-2A56-5CA8-CD87-5FED5589E203}"/>
              </a:ext>
            </a:extLst>
          </p:cNvPr>
          <p:cNvSpPr txBox="1"/>
          <p:nvPr userDrawn="1"/>
        </p:nvSpPr>
        <p:spPr>
          <a:xfrm>
            <a:off x="8122419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Ikon_217</a:t>
            </a:r>
          </a:p>
        </p:txBody>
      </p:sp>
      <p:sp>
        <p:nvSpPr>
          <p:cNvPr id="221" name="Tekstfelt 220">
            <a:extLst>
              <a:ext uri="{FF2B5EF4-FFF2-40B4-BE49-F238E27FC236}">
                <a16:creationId xmlns:a16="http://schemas.microsoft.com/office/drawing/2014/main" id="{014B1FEE-7AFB-A9B5-4E69-7E5C029AE2A4}"/>
              </a:ext>
            </a:extLst>
          </p:cNvPr>
          <p:cNvSpPr txBox="1"/>
          <p:nvPr userDrawn="1"/>
        </p:nvSpPr>
        <p:spPr>
          <a:xfrm>
            <a:off x="8122419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Ikon_234</a:t>
            </a:r>
          </a:p>
        </p:txBody>
      </p:sp>
      <p:sp>
        <p:nvSpPr>
          <p:cNvPr id="222" name="Tekstfelt 221">
            <a:extLst>
              <a:ext uri="{FF2B5EF4-FFF2-40B4-BE49-F238E27FC236}">
                <a16:creationId xmlns:a16="http://schemas.microsoft.com/office/drawing/2014/main" id="{D952ADEA-A186-5879-7073-2058BCCB072F}"/>
              </a:ext>
            </a:extLst>
          </p:cNvPr>
          <p:cNvSpPr txBox="1"/>
          <p:nvPr userDrawn="1"/>
        </p:nvSpPr>
        <p:spPr>
          <a:xfrm>
            <a:off x="8784476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Ikon_150</a:t>
            </a:r>
          </a:p>
        </p:txBody>
      </p:sp>
      <p:sp>
        <p:nvSpPr>
          <p:cNvPr id="223" name="Tekstfelt 222">
            <a:extLst>
              <a:ext uri="{FF2B5EF4-FFF2-40B4-BE49-F238E27FC236}">
                <a16:creationId xmlns:a16="http://schemas.microsoft.com/office/drawing/2014/main" id="{4BEB4A82-778E-8AC2-C1F1-AAE1D15988BD}"/>
              </a:ext>
            </a:extLst>
          </p:cNvPr>
          <p:cNvSpPr txBox="1"/>
          <p:nvPr userDrawn="1"/>
        </p:nvSpPr>
        <p:spPr>
          <a:xfrm>
            <a:off x="8784476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Ikon_167</a:t>
            </a:r>
          </a:p>
        </p:txBody>
      </p:sp>
      <p:sp>
        <p:nvSpPr>
          <p:cNvPr id="224" name="Tekstfelt 223">
            <a:extLst>
              <a:ext uri="{FF2B5EF4-FFF2-40B4-BE49-F238E27FC236}">
                <a16:creationId xmlns:a16="http://schemas.microsoft.com/office/drawing/2014/main" id="{D38A9D40-29B2-098C-5D3B-502384347161}"/>
              </a:ext>
            </a:extLst>
          </p:cNvPr>
          <p:cNvSpPr txBox="1"/>
          <p:nvPr userDrawn="1"/>
        </p:nvSpPr>
        <p:spPr>
          <a:xfrm>
            <a:off x="8784476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Ikon_184</a:t>
            </a:r>
          </a:p>
        </p:txBody>
      </p:sp>
      <p:sp>
        <p:nvSpPr>
          <p:cNvPr id="225" name="Tekstfelt 224">
            <a:extLst>
              <a:ext uri="{FF2B5EF4-FFF2-40B4-BE49-F238E27FC236}">
                <a16:creationId xmlns:a16="http://schemas.microsoft.com/office/drawing/2014/main" id="{19D36437-8890-6201-FE77-433B91829D77}"/>
              </a:ext>
            </a:extLst>
          </p:cNvPr>
          <p:cNvSpPr txBox="1"/>
          <p:nvPr userDrawn="1"/>
        </p:nvSpPr>
        <p:spPr>
          <a:xfrm>
            <a:off x="8784476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Ikon_201</a:t>
            </a:r>
          </a:p>
        </p:txBody>
      </p:sp>
      <p:sp>
        <p:nvSpPr>
          <p:cNvPr id="226" name="Tekstfelt 225">
            <a:extLst>
              <a:ext uri="{FF2B5EF4-FFF2-40B4-BE49-F238E27FC236}">
                <a16:creationId xmlns:a16="http://schemas.microsoft.com/office/drawing/2014/main" id="{38490313-6204-FC8B-0A29-56FF23B72562}"/>
              </a:ext>
            </a:extLst>
          </p:cNvPr>
          <p:cNvSpPr txBox="1"/>
          <p:nvPr userDrawn="1"/>
        </p:nvSpPr>
        <p:spPr>
          <a:xfrm>
            <a:off x="8784476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Ikon_218</a:t>
            </a:r>
          </a:p>
        </p:txBody>
      </p:sp>
      <p:sp>
        <p:nvSpPr>
          <p:cNvPr id="227" name="Tekstfelt 226">
            <a:extLst>
              <a:ext uri="{FF2B5EF4-FFF2-40B4-BE49-F238E27FC236}">
                <a16:creationId xmlns:a16="http://schemas.microsoft.com/office/drawing/2014/main" id="{B4E99BB4-DB98-47E8-9E3D-6B1F16F83F94}"/>
              </a:ext>
            </a:extLst>
          </p:cNvPr>
          <p:cNvSpPr txBox="1"/>
          <p:nvPr userDrawn="1"/>
        </p:nvSpPr>
        <p:spPr>
          <a:xfrm>
            <a:off x="8784476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Ikon_235</a:t>
            </a:r>
          </a:p>
        </p:txBody>
      </p:sp>
      <p:sp>
        <p:nvSpPr>
          <p:cNvPr id="228" name="Tekstfelt 227">
            <a:extLst>
              <a:ext uri="{FF2B5EF4-FFF2-40B4-BE49-F238E27FC236}">
                <a16:creationId xmlns:a16="http://schemas.microsoft.com/office/drawing/2014/main" id="{2BDBD37A-815C-7409-74C9-3969221A1BDC}"/>
              </a:ext>
            </a:extLst>
          </p:cNvPr>
          <p:cNvSpPr txBox="1"/>
          <p:nvPr userDrawn="1"/>
        </p:nvSpPr>
        <p:spPr>
          <a:xfrm>
            <a:off x="9446562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Ikon_151</a:t>
            </a:r>
          </a:p>
        </p:txBody>
      </p:sp>
      <p:sp>
        <p:nvSpPr>
          <p:cNvPr id="229" name="Tekstfelt 228">
            <a:extLst>
              <a:ext uri="{FF2B5EF4-FFF2-40B4-BE49-F238E27FC236}">
                <a16:creationId xmlns:a16="http://schemas.microsoft.com/office/drawing/2014/main" id="{F412BD9E-E2A2-DDD7-8823-F7990F4553E5}"/>
              </a:ext>
            </a:extLst>
          </p:cNvPr>
          <p:cNvSpPr txBox="1"/>
          <p:nvPr userDrawn="1"/>
        </p:nvSpPr>
        <p:spPr>
          <a:xfrm>
            <a:off x="9446562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Ikon_168</a:t>
            </a:r>
          </a:p>
        </p:txBody>
      </p:sp>
      <p:sp>
        <p:nvSpPr>
          <p:cNvPr id="230" name="Tekstfelt 229">
            <a:extLst>
              <a:ext uri="{FF2B5EF4-FFF2-40B4-BE49-F238E27FC236}">
                <a16:creationId xmlns:a16="http://schemas.microsoft.com/office/drawing/2014/main" id="{57544BD6-61A2-907C-5212-1F851839F414}"/>
              </a:ext>
            </a:extLst>
          </p:cNvPr>
          <p:cNvSpPr txBox="1"/>
          <p:nvPr userDrawn="1"/>
        </p:nvSpPr>
        <p:spPr>
          <a:xfrm>
            <a:off x="9446562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Ikon_185</a:t>
            </a:r>
          </a:p>
        </p:txBody>
      </p:sp>
      <p:sp>
        <p:nvSpPr>
          <p:cNvPr id="231" name="Tekstfelt 230">
            <a:extLst>
              <a:ext uri="{FF2B5EF4-FFF2-40B4-BE49-F238E27FC236}">
                <a16:creationId xmlns:a16="http://schemas.microsoft.com/office/drawing/2014/main" id="{4912F734-6309-7CC4-6D97-98D31AF62A21}"/>
              </a:ext>
            </a:extLst>
          </p:cNvPr>
          <p:cNvSpPr txBox="1"/>
          <p:nvPr userDrawn="1"/>
        </p:nvSpPr>
        <p:spPr>
          <a:xfrm>
            <a:off x="9446562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Ikon_202</a:t>
            </a:r>
          </a:p>
        </p:txBody>
      </p:sp>
      <p:sp>
        <p:nvSpPr>
          <p:cNvPr id="232" name="Tekstfelt 231">
            <a:extLst>
              <a:ext uri="{FF2B5EF4-FFF2-40B4-BE49-F238E27FC236}">
                <a16:creationId xmlns:a16="http://schemas.microsoft.com/office/drawing/2014/main" id="{09DD9B77-28E6-D267-DFF5-5E402AB07200}"/>
              </a:ext>
            </a:extLst>
          </p:cNvPr>
          <p:cNvSpPr txBox="1"/>
          <p:nvPr userDrawn="1"/>
        </p:nvSpPr>
        <p:spPr>
          <a:xfrm>
            <a:off x="9446562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Ikon_219</a:t>
            </a:r>
          </a:p>
        </p:txBody>
      </p:sp>
      <p:sp>
        <p:nvSpPr>
          <p:cNvPr id="233" name="Tekstfelt 232">
            <a:extLst>
              <a:ext uri="{FF2B5EF4-FFF2-40B4-BE49-F238E27FC236}">
                <a16:creationId xmlns:a16="http://schemas.microsoft.com/office/drawing/2014/main" id="{C05A6F02-2F24-B493-A09D-4458B498B6F4}"/>
              </a:ext>
            </a:extLst>
          </p:cNvPr>
          <p:cNvSpPr txBox="1"/>
          <p:nvPr userDrawn="1"/>
        </p:nvSpPr>
        <p:spPr>
          <a:xfrm>
            <a:off x="9446562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Ikon_236</a:t>
            </a:r>
          </a:p>
        </p:txBody>
      </p:sp>
      <p:sp>
        <p:nvSpPr>
          <p:cNvPr id="234" name="Tekstfelt 233">
            <a:extLst>
              <a:ext uri="{FF2B5EF4-FFF2-40B4-BE49-F238E27FC236}">
                <a16:creationId xmlns:a16="http://schemas.microsoft.com/office/drawing/2014/main" id="{38777079-F7BF-247A-E818-73AE44D4139D}"/>
              </a:ext>
            </a:extLst>
          </p:cNvPr>
          <p:cNvSpPr txBox="1"/>
          <p:nvPr userDrawn="1"/>
        </p:nvSpPr>
        <p:spPr>
          <a:xfrm>
            <a:off x="10108649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Ikon_152</a:t>
            </a:r>
          </a:p>
        </p:txBody>
      </p:sp>
      <p:sp>
        <p:nvSpPr>
          <p:cNvPr id="235" name="Tekstfelt 234">
            <a:extLst>
              <a:ext uri="{FF2B5EF4-FFF2-40B4-BE49-F238E27FC236}">
                <a16:creationId xmlns:a16="http://schemas.microsoft.com/office/drawing/2014/main" id="{45CF12F9-9A8C-21E2-074A-F9734D3B3966}"/>
              </a:ext>
            </a:extLst>
          </p:cNvPr>
          <p:cNvSpPr txBox="1"/>
          <p:nvPr userDrawn="1"/>
        </p:nvSpPr>
        <p:spPr>
          <a:xfrm>
            <a:off x="10108649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Ikon_169</a:t>
            </a:r>
          </a:p>
        </p:txBody>
      </p:sp>
      <p:sp>
        <p:nvSpPr>
          <p:cNvPr id="236" name="Tekstfelt 235">
            <a:extLst>
              <a:ext uri="{FF2B5EF4-FFF2-40B4-BE49-F238E27FC236}">
                <a16:creationId xmlns:a16="http://schemas.microsoft.com/office/drawing/2014/main" id="{A46C1C8B-23E0-165D-961B-68512E2E8B72}"/>
              </a:ext>
            </a:extLst>
          </p:cNvPr>
          <p:cNvSpPr txBox="1"/>
          <p:nvPr userDrawn="1"/>
        </p:nvSpPr>
        <p:spPr>
          <a:xfrm>
            <a:off x="10108649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Ikon_186</a:t>
            </a:r>
          </a:p>
        </p:txBody>
      </p:sp>
      <p:sp>
        <p:nvSpPr>
          <p:cNvPr id="237" name="Tekstfelt 236">
            <a:extLst>
              <a:ext uri="{FF2B5EF4-FFF2-40B4-BE49-F238E27FC236}">
                <a16:creationId xmlns:a16="http://schemas.microsoft.com/office/drawing/2014/main" id="{C39D6184-9C28-1B0B-EEB7-638505D3B9A0}"/>
              </a:ext>
            </a:extLst>
          </p:cNvPr>
          <p:cNvSpPr txBox="1"/>
          <p:nvPr userDrawn="1"/>
        </p:nvSpPr>
        <p:spPr>
          <a:xfrm>
            <a:off x="10108649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Ikon_203</a:t>
            </a:r>
          </a:p>
        </p:txBody>
      </p:sp>
      <p:sp>
        <p:nvSpPr>
          <p:cNvPr id="238" name="Tekstfelt 237">
            <a:extLst>
              <a:ext uri="{FF2B5EF4-FFF2-40B4-BE49-F238E27FC236}">
                <a16:creationId xmlns:a16="http://schemas.microsoft.com/office/drawing/2014/main" id="{9E8B28F8-9005-E14F-F2C7-ADDB2BFA3E34}"/>
              </a:ext>
            </a:extLst>
          </p:cNvPr>
          <p:cNvSpPr txBox="1"/>
          <p:nvPr userDrawn="1"/>
        </p:nvSpPr>
        <p:spPr>
          <a:xfrm>
            <a:off x="10108649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Ikon_220</a:t>
            </a:r>
          </a:p>
        </p:txBody>
      </p:sp>
      <p:sp>
        <p:nvSpPr>
          <p:cNvPr id="239" name="Tekstfelt 238">
            <a:extLst>
              <a:ext uri="{FF2B5EF4-FFF2-40B4-BE49-F238E27FC236}">
                <a16:creationId xmlns:a16="http://schemas.microsoft.com/office/drawing/2014/main" id="{FCB2334D-A136-C7B5-9AC7-571B2BA49663}"/>
              </a:ext>
            </a:extLst>
          </p:cNvPr>
          <p:cNvSpPr txBox="1"/>
          <p:nvPr userDrawn="1"/>
        </p:nvSpPr>
        <p:spPr>
          <a:xfrm>
            <a:off x="10108649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Ikon_237</a:t>
            </a:r>
          </a:p>
        </p:txBody>
      </p:sp>
      <p:sp>
        <p:nvSpPr>
          <p:cNvPr id="240" name="Tekstfelt 239">
            <a:extLst>
              <a:ext uri="{FF2B5EF4-FFF2-40B4-BE49-F238E27FC236}">
                <a16:creationId xmlns:a16="http://schemas.microsoft.com/office/drawing/2014/main" id="{BC3D3D43-D4C7-EFCD-CC26-F60A123BA709}"/>
              </a:ext>
            </a:extLst>
          </p:cNvPr>
          <p:cNvSpPr txBox="1"/>
          <p:nvPr userDrawn="1"/>
        </p:nvSpPr>
        <p:spPr>
          <a:xfrm>
            <a:off x="10770735" y="136846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Ikon_153</a:t>
            </a:r>
          </a:p>
        </p:txBody>
      </p:sp>
      <p:sp>
        <p:nvSpPr>
          <p:cNvPr id="241" name="Tekstfelt 240">
            <a:extLst>
              <a:ext uri="{FF2B5EF4-FFF2-40B4-BE49-F238E27FC236}">
                <a16:creationId xmlns:a16="http://schemas.microsoft.com/office/drawing/2014/main" id="{3E756FF3-22DD-ABE6-FA99-FF34AA0E3B27}"/>
              </a:ext>
            </a:extLst>
          </p:cNvPr>
          <p:cNvSpPr txBox="1"/>
          <p:nvPr userDrawn="1"/>
        </p:nvSpPr>
        <p:spPr>
          <a:xfrm>
            <a:off x="10770735" y="1995257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Ikon_170</a:t>
            </a:r>
          </a:p>
        </p:txBody>
      </p:sp>
      <p:sp>
        <p:nvSpPr>
          <p:cNvPr id="242" name="Tekstfelt 241">
            <a:extLst>
              <a:ext uri="{FF2B5EF4-FFF2-40B4-BE49-F238E27FC236}">
                <a16:creationId xmlns:a16="http://schemas.microsoft.com/office/drawing/2014/main" id="{5A6E7512-D848-FDDC-794F-E96DD56A44DC}"/>
              </a:ext>
            </a:extLst>
          </p:cNvPr>
          <p:cNvSpPr txBox="1"/>
          <p:nvPr userDrawn="1"/>
        </p:nvSpPr>
        <p:spPr>
          <a:xfrm>
            <a:off x="10770735" y="262204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Ikon_187</a:t>
            </a:r>
          </a:p>
        </p:txBody>
      </p:sp>
      <p:sp>
        <p:nvSpPr>
          <p:cNvPr id="243" name="Tekstfelt 242">
            <a:extLst>
              <a:ext uri="{FF2B5EF4-FFF2-40B4-BE49-F238E27FC236}">
                <a16:creationId xmlns:a16="http://schemas.microsoft.com/office/drawing/2014/main" id="{AD5B445B-E97B-A689-250F-49D706442478}"/>
              </a:ext>
            </a:extLst>
          </p:cNvPr>
          <p:cNvSpPr txBox="1"/>
          <p:nvPr userDrawn="1"/>
        </p:nvSpPr>
        <p:spPr>
          <a:xfrm>
            <a:off x="10770735" y="324883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Ikon_204</a:t>
            </a:r>
          </a:p>
        </p:txBody>
      </p:sp>
      <p:sp>
        <p:nvSpPr>
          <p:cNvPr id="244" name="Tekstfelt 243">
            <a:extLst>
              <a:ext uri="{FF2B5EF4-FFF2-40B4-BE49-F238E27FC236}">
                <a16:creationId xmlns:a16="http://schemas.microsoft.com/office/drawing/2014/main" id="{D383024B-28C5-1D3A-C079-6184493B9E2F}"/>
              </a:ext>
            </a:extLst>
          </p:cNvPr>
          <p:cNvSpPr txBox="1"/>
          <p:nvPr userDrawn="1"/>
        </p:nvSpPr>
        <p:spPr>
          <a:xfrm>
            <a:off x="10770735" y="387562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Ikon_221</a:t>
            </a:r>
          </a:p>
        </p:txBody>
      </p:sp>
      <p:sp>
        <p:nvSpPr>
          <p:cNvPr id="245" name="Tekstfelt 244">
            <a:extLst>
              <a:ext uri="{FF2B5EF4-FFF2-40B4-BE49-F238E27FC236}">
                <a16:creationId xmlns:a16="http://schemas.microsoft.com/office/drawing/2014/main" id="{58304C4F-FB43-E22C-1989-A19C457045B5}"/>
              </a:ext>
            </a:extLst>
          </p:cNvPr>
          <p:cNvSpPr txBox="1"/>
          <p:nvPr userDrawn="1"/>
        </p:nvSpPr>
        <p:spPr>
          <a:xfrm>
            <a:off x="10770735" y="4502416"/>
            <a:ext cx="572372" cy="969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630" dirty="0">
                <a:latin typeface="Apercu Light" panose="02000506030000020004" pitchFamily="2" charset="77"/>
              </a:rPr>
              <a:t>Ikon_238</a:t>
            </a:r>
          </a:p>
        </p:txBody>
      </p:sp>
      <p:sp>
        <p:nvSpPr>
          <p:cNvPr id="246" name="Tekstfelt 245">
            <a:extLst>
              <a:ext uri="{FF2B5EF4-FFF2-40B4-BE49-F238E27FC236}">
                <a16:creationId xmlns:a16="http://schemas.microsoft.com/office/drawing/2014/main" id="{F0009590-ECAC-9B3E-B9B2-C51ABFBDF7A8}"/>
              </a:ext>
            </a:extLst>
          </p:cNvPr>
          <p:cNvSpPr txBox="1"/>
          <p:nvPr userDrawn="1"/>
        </p:nvSpPr>
        <p:spPr>
          <a:xfrm>
            <a:off x="220448" y="5593627"/>
            <a:ext cx="11122659" cy="24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008" b="0" i="0" dirty="0">
                <a:latin typeface="Apercu Pro Light" panose="020B0303050601040103" pitchFamily="34" charset="0"/>
              </a:rPr>
              <a:t>Du kan finde alle ikoner på følgende link: </a:t>
            </a:r>
            <a:r>
              <a:rPr lang="da-DK" sz="1008" b="0" i="0" dirty="0">
                <a:solidFill>
                  <a:schemeClr val="accent3"/>
                </a:solidFill>
                <a:latin typeface="Apercu Pro Light" panose="020B0303050601040103" pitchFamily="34" charset="0"/>
                <a:hlinkClick r:id="rId2"/>
              </a:rPr>
              <a:t>https://www.skyfish.com/sh/k2jc7bmf/1afa0396/1972447/sorting/created/order/desc</a:t>
            </a:r>
            <a:endParaRPr lang="da-DK" sz="1008" b="0" i="0" dirty="0">
              <a:solidFill>
                <a:schemeClr val="accent3"/>
              </a:solidFill>
              <a:latin typeface="Apercu Pro Light" panose="020B03030506010401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29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784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83" r:id="rId3"/>
    <p:sldLayoutId id="2147483676" r:id="rId4"/>
    <p:sldLayoutId id="2147483687" r:id="rId5"/>
    <p:sldLayoutId id="2147483681" r:id="rId6"/>
    <p:sldLayoutId id="2147483682" r:id="rId7"/>
    <p:sldLayoutId id="2147483689" r:id="rId8"/>
    <p:sldLayoutId id="2147483680" r:id="rId9"/>
    <p:sldLayoutId id="2147483686" r:id="rId10"/>
    <p:sldLayoutId id="2147483688" r:id="rId11"/>
    <p:sldLayoutId id="2147483690" r:id="rId12"/>
    <p:sldLayoutId id="2147483679" r:id="rId13"/>
    <p:sldLayoutId id="2147483691" r:id="rId14"/>
    <p:sldLayoutId id="2147483684" r:id="rId15"/>
    <p:sldLayoutId id="2147483685" r:id="rId16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ercu Pro Black" panose="020B0503050601040103" pitchFamily="34" charset="0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b="0" i="0" kern="1200">
          <a:solidFill>
            <a:schemeClr val="tx1"/>
          </a:solidFill>
          <a:latin typeface="Apercu Pro" panose="020B0503050601040103" pitchFamily="34" charset="0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b="0" i="0" kern="1200">
          <a:solidFill>
            <a:schemeClr val="tx1"/>
          </a:solidFill>
          <a:latin typeface="Apercu Pro" panose="020B0503050601040103" pitchFamily="34" charset="0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b="0" i="0" kern="1200">
          <a:solidFill>
            <a:schemeClr val="tx1"/>
          </a:solidFill>
          <a:latin typeface="Apercu Pro" panose="020B0503050601040103" pitchFamily="34" charset="0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b="0" i="0" kern="1200">
          <a:solidFill>
            <a:schemeClr val="tx1"/>
          </a:solidFill>
          <a:latin typeface="Apercu Pro" panose="020B0503050601040103" pitchFamily="34" charset="0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b="0" i="0" kern="1200">
          <a:solidFill>
            <a:schemeClr val="tx1"/>
          </a:solidFill>
          <a:latin typeface="Apercu Pro" panose="020B0503050601040103" pitchFamily="34" charset="0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>
          <p15:clr>
            <a:srgbClr val="F26B43"/>
          </p15:clr>
        </p15:guide>
        <p15:guide id="2" pos="3628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-tema">
  <a:themeElements>
    <a:clrScheme name="Akademikernes A-kasse 2025">
      <a:dk1>
        <a:srgbClr val="2E1760"/>
      </a:dk1>
      <a:lt1>
        <a:srgbClr val="F6F6F6"/>
      </a:lt1>
      <a:dk2>
        <a:srgbClr val="0A0620"/>
      </a:dk2>
      <a:lt2>
        <a:srgbClr val="00FFCC"/>
      </a:lt2>
      <a:accent1>
        <a:srgbClr val="5F30C5"/>
      </a:accent1>
      <a:accent2>
        <a:srgbClr val="BEA1F5"/>
      </a:accent2>
      <a:accent3>
        <a:srgbClr val="764DE1"/>
      </a:accent3>
      <a:accent4>
        <a:srgbClr val="FCD3C5"/>
      </a:accent4>
      <a:accent5>
        <a:srgbClr val="F2EDFD"/>
      </a:accent5>
      <a:accent6>
        <a:srgbClr val="000000"/>
      </a:accent6>
      <a:hlink>
        <a:srgbClr val="4C1CE0"/>
      </a:hlink>
      <a:folHlink>
        <a:srgbClr val="4C1CE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0610" cap="flat">
          <a:noFill/>
          <a:prstDash val="solid"/>
          <a:miter/>
        </a:ln>
        <a:effectLst/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esentation_Template_16_9_Akademikernes_2025" id="{863E8FF0-5ECD-5547-8D44-75EB885BC2D8}" vid="{CEFE8051-A127-9E42-9896-937288917E3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AA12A01D069604F9004D54DDC282E9B" ma:contentTypeVersion="10" ma:contentTypeDescription="Opret et nyt dokument." ma:contentTypeScope="" ma:versionID="eb3a8b0e9ccc7e24a1176016c68491a5">
  <xsd:schema xmlns:xsd="http://www.w3.org/2001/XMLSchema" xmlns:xs="http://www.w3.org/2001/XMLSchema" xmlns:p="http://schemas.microsoft.com/office/2006/metadata/properties" xmlns:ns2="53a1c786-f909-482d-8218-b4fc45bc32cb" xmlns:ns3="d85762fe-0d05-4c8c-b968-9e0e0b691e85" targetNamespace="http://schemas.microsoft.com/office/2006/metadata/properties" ma:root="true" ma:fieldsID="1b0107c95d9e839ffb1421d57a840a06" ns2:_="" ns3:_="">
    <xsd:import namespace="53a1c786-f909-482d-8218-b4fc45bc32cb"/>
    <xsd:import namespace="d85762fe-0d05-4c8c-b968-9e0e0b691e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a1c786-f909-482d-8218-b4fc45bc3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ledmærker" ma:readOnly="false" ma:fieldId="{5cf76f15-5ced-4ddc-b409-7134ff3c332f}" ma:taxonomyMulti="true" ma:sspId="6b24a393-aeac-47d8-b450-606b29b97b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5762fe-0d05-4c8c-b968-9e0e0b691e8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62af7a9-ff6d-43aa-b3e8-af110d7f8519}" ma:internalName="TaxCatchAll" ma:showField="CatchAllData" ma:web="d85762fe-0d05-4c8c-b968-9e0e0b691e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85762fe-0d05-4c8c-b968-9e0e0b691e85" xsi:nil="true"/>
    <lcf76f155ced4ddcb4097134ff3c332f xmlns="53a1c786-f909-482d-8218-b4fc45bc32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58CCB92-83C8-42E1-9E85-5A8A3E80A8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a1c786-f909-482d-8218-b4fc45bc32cb"/>
    <ds:schemaRef ds:uri="d85762fe-0d05-4c8c-b968-9e0e0b691e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20A678-38A7-4C9E-82BE-CF0DF8A8DE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DC88A3-A51E-4F8E-B5F4-7FE669D57613}">
  <ds:schemaRefs>
    <ds:schemaRef ds:uri="http://schemas.microsoft.com/office/2006/metadata/properties"/>
    <ds:schemaRef ds:uri="http://schemas.microsoft.com/office/infopath/2007/PartnerControls"/>
    <ds:schemaRef ds:uri="d85762fe-0d05-4c8c-b968-9e0e0b691e85"/>
    <ds:schemaRef ds:uri="53a1c786-f909-482d-8218-b4fc45bc32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Office-tema</Template>
  <TotalTime>0</TotalTime>
  <Words>0</Words>
  <Application>Microsoft Macintosh PowerPoint</Application>
  <PresentationFormat>Brugerdefineret</PresentationFormat>
  <Paragraphs>0</Paragraphs>
  <Slides>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0</vt:i4>
      </vt:variant>
    </vt:vector>
  </HeadingPairs>
  <TitlesOfParts>
    <vt:vector size="8" baseType="lpstr">
      <vt:lpstr>Helvetica</vt:lpstr>
      <vt:lpstr>Apercu Pro</vt:lpstr>
      <vt:lpstr>Apercu Light</vt:lpstr>
      <vt:lpstr>Apercu</vt:lpstr>
      <vt:lpstr>Apercu Pro Light</vt:lpstr>
      <vt:lpstr>Arial</vt:lpstr>
      <vt:lpstr>Apercu Pro Black</vt:lpstr>
      <vt:lpstr>Office-tema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Martin Vinther</dc:creator>
  <cp:keywords/>
  <dc:description/>
  <cp:lastModifiedBy>Martin Vinther</cp:lastModifiedBy>
  <cp:revision>1</cp:revision>
  <dcterms:created xsi:type="dcterms:W3CDTF">2026-08-17T09:26:08Z</dcterms:created>
  <dcterms:modified xsi:type="dcterms:W3CDTF">2026-08-17T09:26:34Z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0x0101008AA12A01D069604F9004D54DDC282E9B</vt:lpwstr>
  </property>
</Properties>
</file>