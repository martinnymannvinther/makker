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orside"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2377440"/>
            <a:ext cx="10728655" cy="2011680"/>
          </a:xfrm>
        </p:spPr>
        <p:txBody>
          <a:bodyPr wrap="square" anchor="b"/>
          <a:lstStyle>
            <a:lvl1pPr algn="l">
              <a:buNone/>
              <a:defRPr sz="4800" b="1">
                <a:solidFill>
                  <a:srgbClr val="24221E"/>
                </a:solidFill>
                <a:latin typeface="Arial"/>
              </a:defRPr>
            </a:lvl1pPr>
          </a:lstStyle>
          <a:p>
            <a:r>
              <a:rPr lang="en-US" smtClean="0" sz="4800" b="1">
                <a:solidFill>
                  <a:srgbClr val="24221E"/>
                </a:solidFill>
                <a:latin typeface="Arial"/>
              </a:rPr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4526280"/>
            <a:ext cx="10728655" cy="822960"/>
          </a:xfrm>
        </p:spPr>
        <p:txBody>
          <a:bodyPr wrap="square" anchor="t"/>
          <a:lstStyle>
            <a:lvl1pPr algn="l">
              <a:buNone/>
              <a:defRPr sz="1800" b="0">
                <a:solidFill>
                  <a:srgbClr val="8A8479"/>
                </a:solidFill>
                <a:latin typeface="Arial"/>
              </a:defRPr>
            </a:lvl1pPr>
          </a:lstStyle>
          <a:p>
            <a:r>
              <a:rPr lang="en-US" smtClean="0" sz="1800" b="0">
                <a:solidFill>
                  <a:srgbClr val="8A8479"/>
                </a:solidFill>
                <a:latin typeface="Arial"/>
              </a:rPr>
              <a:t>Click to edit Master subtitle style</a:t>
            </a:r>
            <a:endParaRPr lang="en-US"/>
          </a:p>
        </p:txBody>
      </p:sp>
      <p:sp>
        <p:nvSpPr>
          <p:cNvPr id="2" name="Rounded Rectangle 1"/>
          <p:cNvSpPr/>
          <p:nvPr/>
        </p:nvSpPr>
        <p:spPr>
          <a:xfrm>
            <a:off x="731520" y="731520"/>
            <a:ext cx="822960" cy="173254"/>
          </a:xfrm>
          <a:prstGeom prst="roundRect">
            <a:avLst>
              <a:gd name="adj" fmla="val 30000"/>
            </a:avLst>
          </a:prstGeom>
          <a:solidFill>
            <a:srgbClr val="4A6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ounded Rectangle 1"/>
          <p:cNvSpPr/>
          <p:nvPr/>
        </p:nvSpPr>
        <p:spPr>
          <a:xfrm>
            <a:off x="731520" y="1013058"/>
            <a:ext cx="541421" cy="173254"/>
          </a:xfrm>
          <a:prstGeom prst="roundRect">
            <a:avLst>
              <a:gd name="adj" fmla="val 30000"/>
            </a:avLst>
          </a:prstGeom>
          <a:solidFill>
            <a:srgbClr val="7A9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ounded Rectangle 1"/>
          <p:cNvSpPr/>
          <p:nvPr/>
        </p:nvSpPr>
        <p:spPr>
          <a:xfrm>
            <a:off x="731520" y="1294597"/>
            <a:ext cx="671362" cy="173254"/>
          </a:xfrm>
          <a:prstGeom prst="roundRect">
            <a:avLst>
              <a:gd name="adj" fmla="val 30000"/>
            </a:avLst>
          </a:prstGeom>
          <a:solidFill>
            <a:srgbClr val="C9C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Punkter"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10728655" cy="1005840"/>
          </a:xfrm>
        </p:spPr>
        <p:txBody>
          <a:bodyPr wrap="square" anchor="b"/>
          <a:lstStyle>
            <a:lvl1pPr algn="l">
              <a:buNone/>
              <a:defRPr sz="3200" b="1">
                <a:solidFill>
                  <a:srgbClr val="24221E"/>
                </a:solidFill>
                <a:latin typeface="Arial"/>
              </a:defRPr>
            </a:lvl1pPr>
          </a:lstStyle>
          <a:p>
            <a:r>
              <a:rPr lang="en-US" smtClean="0" sz="3200" b="1">
                <a:solidFill>
                  <a:srgbClr val="24221E"/>
                </a:solidFill>
                <a:latin typeface="Arial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828800"/>
            <a:ext cx="10728655" cy="4114800"/>
          </a:xfrm>
        </p:spPr>
        <p:txBody>
          <a:bodyPr wrap="square" anchor="t"/>
          <a:lstStyle>
            <a:lvl1pPr algn="l">
              <a:lnSpc>
                <a:spcPct val="114999"/>
              </a:lnSpc>
              <a:defRPr sz="2000" b="0">
                <a:solidFill>
                  <a:srgbClr val="24221E"/>
                </a:solidFill>
                <a:latin typeface="Arial"/>
              </a:defRPr>
            </a:lvl1pPr>
          </a:lstStyle>
          <a:p>
            <a:pPr lvl="0"/>
            <a:r>
              <a:rPr lang="en-US" smtClean="0" sz="2000" b="0">
                <a:solidFill>
                  <a:srgbClr val="24221E"/>
                </a:solidFill>
                <a:latin typeface="Arial"/>
              </a:rPr>
              <a:t>Click to edit Master text styles</a:t>
            </a:r>
          </a:p>
          <a:p>
            <a:pPr lvl="1"/>
            <a:r>
              <a:rPr lang="en-US" smtClean="0" sz="2000" b="0">
                <a:solidFill>
                  <a:srgbClr val="24221E"/>
                </a:solidFill>
                <a:latin typeface="Arial"/>
              </a:rPr>
              <a:t>Second level</a:t>
            </a:r>
          </a:p>
          <a:p>
            <a:pPr lvl="2"/>
            <a:r>
              <a:rPr lang="en-US" smtClean="0" sz="2000" b="0">
                <a:solidFill>
                  <a:srgbClr val="24221E"/>
                </a:solidFill>
                <a:latin typeface="Arial"/>
              </a:rPr>
              <a:t>Third level</a:t>
            </a:r>
          </a:p>
          <a:p>
            <a:pPr lvl="3"/>
            <a:r>
              <a:rPr lang="en-US" smtClean="0" sz="2000" b="0">
                <a:solidFill>
                  <a:srgbClr val="24221E"/>
                </a:solidFill>
                <a:latin typeface="Arial"/>
              </a:rPr>
              <a:t>Fourth level</a:t>
            </a:r>
          </a:p>
          <a:p>
            <a:pPr lvl="4"/>
            <a:r>
              <a:rPr lang="en-US" smtClean="0" sz="2000" b="0">
                <a:solidFill>
                  <a:srgbClr val="24221E"/>
                </a:solidFill>
                <a:latin typeface="Arial"/>
              </a:rPr>
              <a:t>Fifth level</a:t>
            </a:r>
            <a:endParaRPr lang="en-US"/>
          </a:p>
        </p:txBody>
      </p:sp>
      <p:sp>
        <p:nvSpPr>
          <p:cNvPr id="2" name="Rounded Rectangle 1"/>
          <p:cNvSpPr/>
          <p:nvPr/>
        </p:nvSpPr>
        <p:spPr>
          <a:xfrm>
            <a:off x="11094415" y="5797296"/>
            <a:ext cx="365760" cy="77002"/>
          </a:xfrm>
          <a:prstGeom prst="roundRect">
            <a:avLst>
              <a:gd name="adj" fmla="val 30000"/>
            </a:avLst>
          </a:prstGeom>
          <a:solidFill>
            <a:srgbClr val="4A6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ounded Rectangle 1"/>
          <p:cNvSpPr/>
          <p:nvPr/>
        </p:nvSpPr>
        <p:spPr>
          <a:xfrm>
            <a:off x="11094415" y="5922424"/>
            <a:ext cx="240631" cy="77002"/>
          </a:xfrm>
          <a:prstGeom prst="roundRect">
            <a:avLst>
              <a:gd name="adj" fmla="val 30000"/>
            </a:avLst>
          </a:prstGeom>
          <a:solidFill>
            <a:srgbClr val="7A9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ounded Rectangle 1"/>
          <p:cNvSpPr/>
          <p:nvPr/>
        </p:nvSpPr>
        <p:spPr>
          <a:xfrm>
            <a:off x="11094415" y="6047552"/>
            <a:ext cx="298383" cy="77002"/>
          </a:xfrm>
          <a:prstGeom prst="roundRect">
            <a:avLst>
              <a:gd name="adj" fmla="val 30000"/>
            </a:avLst>
          </a:prstGeom>
          <a:solidFill>
            <a:srgbClr val="C9C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731520" y="1645920"/>
            <a:ext cx="10728655" cy="19050"/>
          </a:xfrm>
          <a:prstGeom prst="rect">
            <a:avLst/>
          </a:prstGeom>
          <a:solidFill>
            <a:srgbClr val="4A6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mne">
    <p:bg>
      <p:bgPr>
        <a:solidFill>
          <a:srgbClr val="4A6B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2194560"/>
            <a:ext cx="10728655" cy="2377440"/>
          </a:xfrm>
        </p:spPr>
        <p:txBody>
          <a:bodyPr anchor="ctr" wrap="square"/>
          <a:lstStyle>
            <a:lvl1pPr algn="l">
              <a:buNone/>
              <a:defRPr sz="4000" b="1">
                <a:solidFill>
                  <a:srgbClr val="F7F5F1"/>
                </a:solidFill>
                <a:latin typeface="Arial"/>
              </a:defRPr>
            </a:lvl1pPr>
          </a:lstStyle>
          <a:p>
            <a:r>
              <a:rPr lang="en-US" smtClean="0" sz="4000" b="1">
                <a:solidFill>
                  <a:srgbClr val="F7F5F1"/>
                </a:solidFill>
                <a:latin typeface="Arial"/>
              </a:rPr>
              <a:t>Click to edit Master title style</a:t>
            </a:r>
            <a:endParaRPr lang="en-US"/>
          </a:p>
        </p:txBody>
      </p:sp>
      <p:sp>
        <p:nvSpPr>
          <p:cNvPr id="2" name="Rounded Rectangle 1"/>
          <p:cNvSpPr/>
          <p:nvPr/>
        </p:nvSpPr>
        <p:spPr>
          <a:xfrm>
            <a:off x="731520" y="731520"/>
            <a:ext cx="502920" cy="105877"/>
          </a:xfrm>
          <a:prstGeom prst="roundRect">
            <a:avLst>
              <a:gd name="adj" fmla="val 30000"/>
            </a:avLst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ounded Rectangle 1"/>
          <p:cNvSpPr/>
          <p:nvPr/>
        </p:nvSpPr>
        <p:spPr>
          <a:xfrm>
            <a:off x="731520" y="903571"/>
            <a:ext cx="330868" cy="105877"/>
          </a:xfrm>
          <a:prstGeom prst="roundRect">
            <a:avLst>
              <a:gd name="adj" fmla="val 30000"/>
            </a:avLst>
          </a:prstGeom>
          <a:solidFill>
            <a:srgbClr val="C8D8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ounded Rectangle 1"/>
          <p:cNvSpPr/>
          <p:nvPr/>
        </p:nvSpPr>
        <p:spPr>
          <a:xfrm>
            <a:off x="731520" y="1075623"/>
            <a:ext cx="410276" cy="105877"/>
          </a:xfrm>
          <a:prstGeom prst="roundRect">
            <a:avLst>
              <a:gd name="adj" fmla="val 30000"/>
            </a:avLst>
          </a:prstGeom>
          <a:solidFill>
            <a:srgbClr val="7A9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Citat">
    <p:bg>
      <p:bgPr>
        <a:solidFill>
          <a:srgbClr val="FF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0" y="1828800"/>
            <a:ext cx="9265615" cy="2743200"/>
          </a:xfrm>
        </p:spPr>
        <p:txBody>
          <a:bodyPr anchor="ctr" wrap="square"/>
          <a:lstStyle>
            <a:lvl1pPr algn="l">
              <a:lnSpc>
                <a:spcPct val="120000"/>
              </a:lnSpc>
              <a:buNone/>
              <a:defRPr sz="3200" b="0">
                <a:solidFill>
                  <a:srgbClr val="4A6B53"/>
                </a:solidFill>
                <a:latin typeface="Arial"/>
              </a:defRPr>
            </a:lvl1pPr>
          </a:lstStyle>
          <a:p>
            <a:r>
              <a:rPr lang="en-US" smtClean="0" sz="3200" b="0">
                <a:solidFill>
                  <a:srgbClr val="4A6B53"/>
                </a:solidFill>
                <a:latin typeface="Arial"/>
              </a:rPr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63040" y="4754880"/>
            <a:ext cx="9265615" cy="640080"/>
          </a:xfrm>
        </p:spPr>
        <p:txBody>
          <a:bodyPr wrap="square" anchor="t"/>
          <a:lstStyle>
            <a:lvl1pPr algn="l">
              <a:buNone/>
              <a:defRPr sz="1600" b="0">
                <a:solidFill>
                  <a:srgbClr val="8A8479"/>
                </a:solidFill>
                <a:latin typeface="Arial"/>
              </a:defRPr>
            </a:lvl1pPr>
          </a:lstStyle>
          <a:p>
            <a:pPr lvl="0"/>
            <a:r>
              <a:rPr lang="en-US" smtClean="0" sz="1600" b="0">
                <a:solidFill>
                  <a:srgbClr val="8A8479"/>
                </a:solidFill>
                <a:latin typeface="Arial"/>
              </a:rPr>
              <a:t>Click to edit Master text styles</a:t>
            </a:r>
          </a:p>
        </p:txBody>
      </p:sp>
      <p:sp>
        <p:nvSpPr>
          <p:cNvPr id="2" name="Rounded Rectangle 1"/>
          <p:cNvSpPr/>
          <p:nvPr/>
        </p:nvSpPr>
        <p:spPr>
          <a:xfrm>
            <a:off x="731520" y="731520"/>
            <a:ext cx="502920" cy="105877"/>
          </a:xfrm>
          <a:prstGeom prst="roundRect">
            <a:avLst>
              <a:gd name="adj" fmla="val 30000"/>
            </a:avLst>
          </a:prstGeom>
          <a:solidFill>
            <a:srgbClr val="4A6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ounded Rectangle 1"/>
          <p:cNvSpPr/>
          <p:nvPr/>
        </p:nvSpPr>
        <p:spPr>
          <a:xfrm>
            <a:off x="731520" y="903571"/>
            <a:ext cx="330868" cy="105877"/>
          </a:xfrm>
          <a:prstGeom prst="roundRect">
            <a:avLst>
              <a:gd name="adj" fmla="val 30000"/>
            </a:avLst>
          </a:prstGeom>
          <a:solidFill>
            <a:srgbClr val="7A9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ounded Rectangle 1"/>
          <p:cNvSpPr/>
          <p:nvPr/>
        </p:nvSpPr>
        <p:spPr>
          <a:xfrm>
            <a:off x="731520" y="1075623"/>
            <a:ext cx="410276" cy="105877"/>
          </a:xfrm>
          <a:prstGeom prst="roundRect">
            <a:avLst>
              <a:gd name="adj" fmla="val 30000"/>
            </a:avLst>
          </a:prstGeom>
          <a:solidFill>
            <a:srgbClr val="C9C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